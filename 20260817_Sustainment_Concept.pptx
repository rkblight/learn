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21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6" userDrawn="1">
          <p15:clr>
            <a:srgbClr val="A4A3A4"/>
          </p15:clr>
        </p15:guide>
        <p15:guide id="2" pos="3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576778"/>
    <a:srgbClr val="1A497E"/>
    <a:srgbClr val="A50021"/>
    <a:srgbClr val="FF3300"/>
    <a:srgbClr val="DDDDDD"/>
    <a:srgbClr val="66FF33"/>
    <a:srgbClr val="FFFF66"/>
    <a:srgbClr val="FF0066"/>
    <a:srgbClr val="3652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C093FF-C25D-74FA-2C47-D907EFC6182F}" v="1" dt="2026-08-20T16:07:16.148"/>
    <p1510:client id="{F9865D9E-6907-4D27-A26B-FA121C97E5B5}" v="150" dt="2026-08-20T15:35:23.0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602" autoAdjust="0"/>
    <p:restoredTop sz="94660"/>
  </p:normalViewPr>
  <p:slideViewPr>
    <p:cSldViewPr snapToGrid="0">
      <p:cViewPr>
        <p:scale>
          <a:sx n="70" d="100"/>
          <a:sy n="70" d="100"/>
        </p:scale>
        <p:origin x="1546" y="235"/>
      </p:cViewPr>
      <p:guideLst>
        <p:guide orient="horz" pos="696"/>
        <p:guide pos="3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4962"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ght, Ronald - US" userId="b1200e28-922e-4d71-8075-3814b9cb494f" providerId="ADAL" clId="{D3EFE3B2-41A2-47B3-B0F8-79EB28DBF18B}"/>
    <pc:docChg chg="undo custSel addSld delSld modSld modMainMaster">
      <pc:chgData name="Light, Ronald - US" userId="b1200e28-922e-4d71-8075-3814b9cb494f" providerId="ADAL" clId="{D3EFE3B2-41A2-47B3-B0F8-79EB28DBF18B}" dt="2026-08-20T15:56:39.506" v="10383" actId="6549"/>
      <pc:docMkLst>
        <pc:docMk/>
      </pc:docMkLst>
      <pc:sldChg chg="addSp delSp modSp add mod">
        <pc:chgData name="Light, Ronald - US" userId="b1200e28-922e-4d71-8075-3814b9cb494f" providerId="ADAL" clId="{D3EFE3B2-41A2-47B3-B0F8-79EB28DBF18B}" dt="2026-08-20T15:56:39.506" v="10383" actId="6549"/>
        <pc:sldMkLst>
          <pc:docMk/>
          <pc:sldMk cId="2772404418" sldId="3217"/>
        </pc:sldMkLst>
        <pc:spChg chg="del">
          <ac:chgData name="Light, Ronald - US" userId="b1200e28-922e-4d71-8075-3814b9cb494f" providerId="ADAL" clId="{D3EFE3B2-41A2-47B3-B0F8-79EB28DBF18B}" dt="2026-08-19T10:17:26.684" v="4757" actId="478"/>
          <ac:spMkLst>
            <pc:docMk/>
            <pc:sldMk cId="2772404418" sldId="3217"/>
            <ac:spMk id="5" creationId="{4A7C8BFF-9D2A-1403-B972-77120C484EC2}"/>
          </ac:spMkLst>
        </pc:spChg>
        <pc:spChg chg="add mod">
          <ac:chgData name="Light, Ronald - US" userId="b1200e28-922e-4d71-8075-3814b9cb494f" providerId="ADAL" clId="{D3EFE3B2-41A2-47B3-B0F8-79EB28DBF18B}" dt="2026-08-19T10:44:15.447" v="5349" actId="164"/>
          <ac:spMkLst>
            <pc:docMk/>
            <pc:sldMk cId="2772404418" sldId="3217"/>
            <ac:spMk id="8" creationId="{8C93B97D-415A-C425-7D06-1BC68C78D473}"/>
          </ac:spMkLst>
        </pc:spChg>
        <pc:spChg chg="add mod">
          <ac:chgData name="Light, Ronald - US" userId="b1200e28-922e-4d71-8075-3814b9cb494f" providerId="ADAL" clId="{D3EFE3B2-41A2-47B3-B0F8-79EB28DBF18B}" dt="2026-08-19T10:44:15.447" v="5349" actId="164"/>
          <ac:spMkLst>
            <pc:docMk/>
            <pc:sldMk cId="2772404418" sldId="3217"/>
            <ac:spMk id="11" creationId="{FC07B014-71F6-E1B4-F8A6-6AD0B7EF9D1A}"/>
          </ac:spMkLst>
        </pc:spChg>
        <pc:spChg chg="add mod">
          <ac:chgData name="Light, Ronald - US" userId="b1200e28-922e-4d71-8075-3814b9cb494f" providerId="ADAL" clId="{D3EFE3B2-41A2-47B3-B0F8-79EB28DBF18B}" dt="2026-08-19T10:44:15.447" v="5349" actId="164"/>
          <ac:spMkLst>
            <pc:docMk/>
            <pc:sldMk cId="2772404418" sldId="3217"/>
            <ac:spMk id="13" creationId="{ACF5E2A7-BD95-291B-6AD8-170B991996CC}"/>
          </ac:spMkLst>
        </pc:spChg>
        <pc:spChg chg="add mod">
          <ac:chgData name="Light, Ronald - US" userId="b1200e28-922e-4d71-8075-3814b9cb494f" providerId="ADAL" clId="{D3EFE3B2-41A2-47B3-B0F8-79EB28DBF18B}" dt="2026-08-19T13:04:53.801" v="5819" actId="165"/>
          <ac:spMkLst>
            <pc:docMk/>
            <pc:sldMk cId="2772404418" sldId="3217"/>
            <ac:spMk id="15" creationId="{2F623672-FD9B-7085-B46F-83640B7E9F3B}"/>
          </ac:spMkLst>
        </pc:spChg>
        <pc:spChg chg="add mod">
          <ac:chgData name="Light, Ronald - US" userId="b1200e28-922e-4d71-8075-3814b9cb494f" providerId="ADAL" clId="{D3EFE3B2-41A2-47B3-B0F8-79EB28DBF18B}" dt="2026-08-19T13:04:53.801" v="5819" actId="165"/>
          <ac:spMkLst>
            <pc:docMk/>
            <pc:sldMk cId="2772404418" sldId="3217"/>
            <ac:spMk id="17" creationId="{79D6C46A-EBC4-C429-0A97-A38BD5D0010C}"/>
          </ac:spMkLst>
        </pc:spChg>
        <pc:spChg chg="add del">
          <ac:chgData name="Light, Ronald - US" userId="b1200e28-922e-4d71-8075-3814b9cb494f" providerId="ADAL" clId="{D3EFE3B2-41A2-47B3-B0F8-79EB28DBF18B}" dt="2026-08-19T10:28:07.215" v="5085" actId="478"/>
          <ac:spMkLst>
            <pc:docMk/>
            <pc:sldMk cId="2772404418" sldId="3217"/>
            <ac:spMk id="19" creationId="{835AF70E-B629-4B98-2C91-548D1E3EE737}"/>
          </ac:spMkLst>
        </pc:spChg>
        <pc:spChg chg="add mod">
          <ac:chgData name="Light, Ronald - US" userId="b1200e28-922e-4d71-8075-3814b9cb494f" providerId="ADAL" clId="{D3EFE3B2-41A2-47B3-B0F8-79EB28DBF18B}" dt="2026-08-19T13:04:53.801" v="5819" actId="165"/>
          <ac:spMkLst>
            <pc:docMk/>
            <pc:sldMk cId="2772404418" sldId="3217"/>
            <ac:spMk id="21" creationId="{F1060E1B-59CC-DAB5-4872-017FDAA4794F}"/>
          </ac:spMkLst>
        </pc:spChg>
        <pc:spChg chg="add del mod">
          <ac:chgData name="Light, Ronald - US" userId="b1200e28-922e-4d71-8075-3814b9cb494f" providerId="ADAL" clId="{D3EFE3B2-41A2-47B3-B0F8-79EB28DBF18B}" dt="2026-08-19T10:37:06.618" v="5134" actId="478"/>
          <ac:spMkLst>
            <pc:docMk/>
            <pc:sldMk cId="2772404418" sldId="3217"/>
            <ac:spMk id="26" creationId="{9B6FDD09-FC5F-32FE-8BE0-C2029DB3C714}"/>
          </ac:spMkLst>
        </pc:spChg>
        <pc:spChg chg="add mod">
          <ac:chgData name="Light, Ronald - US" userId="b1200e28-922e-4d71-8075-3814b9cb494f" providerId="ADAL" clId="{D3EFE3B2-41A2-47B3-B0F8-79EB28DBF18B}" dt="2026-08-19T10:44:15.447" v="5349" actId="164"/>
          <ac:spMkLst>
            <pc:docMk/>
            <pc:sldMk cId="2772404418" sldId="3217"/>
            <ac:spMk id="29" creationId="{DEA5D1FF-7DDD-2075-4B8D-30823A712B79}"/>
          </ac:spMkLst>
        </pc:spChg>
        <pc:spChg chg="add mod">
          <ac:chgData name="Light, Ronald - US" userId="b1200e28-922e-4d71-8075-3814b9cb494f" providerId="ADAL" clId="{D3EFE3B2-41A2-47B3-B0F8-79EB28DBF18B}" dt="2026-08-19T13:04:53.801" v="5819" actId="165"/>
          <ac:spMkLst>
            <pc:docMk/>
            <pc:sldMk cId="2772404418" sldId="3217"/>
            <ac:spMk id="31" creationId="{FB32F827-609C-04E0-BC6E-217032C5D610}"/>
          </ac:spMkLst>
        </pc:spChg>
        <pc:spChg chg="add mod topLvl">
          <ac:chgData name="Light, Ronald - US" userId="b1200e28-922e-4d71-8075-3814b9cb494f" providerId="ADAL" clId="{D3EFE3B2-41A2-47B3-B0F8-79EB28DBF18B}" dt="2026-08-19T13:15:52.545" v="5994" actId="113"/>
          <ac:spMkLst>
            <pc:docMk/>
            <pc:sldMk cId="2772404418" sldId="3217"/>
            <ac:spMk id="33" creationId="{79859E3C-9F75-7848-5DA5-50E46424B6CD}"/>
          </ac:spMkLst>
        </pc:spChg>
        <pc:spChg chg="add mod topLvl">
          <ac:chgData name="Light, Ronald - US" userId="b1200e28-922e-4d71-8075-3814b9cb494f" providerId="ADAL" clId="{D3EFE3B2-41A2-47B3-B0F8-79EB28DBF18B}" dt="2026-08-19T13:12:15.984" v="5978" actId="207"/>
          <ac:spMkLst>
            <pc:docMk/>
            <pc:sldMk cId="2772404418" sldId="3217"/>
            <ac:spMk id="35" creationId="{E1107956-CBD0-FB3A-0780-A551A6CE0D42}"/>
          </ac:spMkLst>
        </pc:spChg>
        <pc:spChg chg="add mod topLvl">
          <ac:chgData name="Light, Ronald - US" userId="b1200e28-922e-4d71-8075-3814b9cb494f" providerId="ADAL" clId="{D3EFE3B2-41A2-47B3-B0F8-79EB28DBF18B}" dt="2026-08-19T13:16:03.053" v="5996" actId="14100"/>
          <ac:spMkLst>
            <pc:docMk/>
            <pc:sldMk cId="2772404418" sldId="3217"/>
            <ac:spMk id="37" creationId="{ECC0B1D5-60F9-C2F5-8890-3BE3EC0320FB}"/>
          </ac:spMkLst>
        </pc:spChg>
        <pc:spChg chg="add del mod topLvl">
          <ac:chgData name="Light, Ronald - US" userId="b1200e28-922e-4d71-8075-3814b9cb494f" providerId="ADAL" clId="{D3EFE3B2-41A2-47B3-B0F8-79EB28DBF18B}" dt="2026-08-19T13:08:04.670" v="5878" actId="478"/>
          <ac:spMkLst>
            <pc:docMk/>
            <pc:sldMk cId="2772404418" sldId="3217"/>
            <ac:spMk id="39" creationId="{370836F1-89F0-599C-E54F-E342B38BE5FD}"/>
          </ac:spMkLst>
        </pc:spChg>
        <pc:spChg chg="add mod topLvl">
          <ac:chgData name="Light, Ronald - US" userId="b1200e28-922e-4d71-8075-3814b9cb494f" providerId="ADAL" clId="{D3EFE3B2-41A2-47B3-B0F8-79EB28DBF18B}" dt="2026-08-19T13:16:53.613" v="6005" actId="164"/>
          <ac:spMkLst>
            <pc:docMk/>
            <pc:sldMk cId="2772404418" sldId="3217"/>
            <ac:spMk id="41" creationId="{A35B6F05-2F31-C2D2-03B8-599914DC4580}"/>
          </ac:spMkLst>
        </pc:spChg>
        <pc:spChg chg="add del mod">
          <ac:chgData name="Light, Ronald - US" userId="b1200e28-922e-4d71-8075-3814b9cb494f" providerId="ADAL" clId="{D3EFE3B2-41A2-47B3-B0F8-79EB28DBF18B}" dt="2026-08-19T10:53:49.052" v="5640" actId="478"/>
          <ac:spMkLst>
            <pc:docMk/>
            <pc:sldMk cId="2772404418" sldId="3217"/>
            <ac:spMk id="49" creationId="{83757417-7069-81F6-856F-34DD1104E1C5}"/>
          </ac:spMkLst>
        </pc:spChg>
        <pc:spChg chg="add del mod">
          <ac:chgData name="Light, Ronald - US" userId="b1200e28-922e-4d71-8075-3814b9cb494f" providerId="ADAL" clId="{D3EFE3B2-41A2-47B3-B0F8-79EB28DBF18B}" dt="2026-08-19T10:55:05.007" v="5687" actId="478"/>
          <ac:spMkLst>
            <pc:docMk/>
            <pc:sldMk cId="2772404418" sldId="3217"/>
            <ac:spMk id="50" creationId="{16CE37F2-9949-CFCF-C3CF-F21484C87DDE}"/>
          </ac:spMkLst>
        </pc:spChg>
        <pc:spChg chg="add del mod">
          <ac:chgData name="Light, Ronald - US" userId="b1200e28-922e-4d71-8075-3814b9cb494f" providerId="ADAL" clId="{D3EFE3B2-41A2-47B3-B0F8-79EB28DBF18B}" dt="2026-08-19T10:55:46.319" v="5719" actId="478"/>
          <ac:spMkLst>
            <pc:docMk/>
            <pc:sldMk cId="2772404418" sldId="3217"/>
            <ac:spMk id="51" creationId="{DB2280E6-CAC6-D6B5-8C4B-3A7931743B5A}"/>
          </ac:spMkLst>
        </pc:spChg>
        <pc:spChg chg="del mod">
          <ac:chgData name="Light, Ronald - US" userId="b1200e28-922e-4d71-8075-3814b9cb494f" providerId="ADAL" clId="{D3EFE3B2-41A2-47B3-B0F8-79EB28DBF18B}" dt="2026-08-19T10:17:20.850" v="4756" actId="478"/>
          <ac:spMkLst>
            <pc:docMk/>
            <pc:sldMk cId="2772404418" sldId="3217"/>
            <ac:spMk id="52" creationId="{B60E7BDE-0021-17DA-D848-61C5E8BFB321}"/>
          </ac:spMkLst>
        </pc:spChg>
        <pc:spChg chg="del">
          <ac:chgData name="Light, Ronald - US" userId="b1200e28-922e-4d71-8075-3814b9cb494f" providerId="ADAL" clId="{D3EFE3B2-41A2-47B3-B0F8-79EB28DBF18B}" dt="2026-08-19T10:17:26.684" v="4757" actId="478"/>
          <ac:spMkLst>
            <pc:docMk/>
            <pc:sldMk cId="2772404418" sldId="3217"/>
            <ac:spMk id="56" creationId="{E7961D84-3502-6E94-7999-45014A955A81}"/>
          </ac:spMkLst>
        </pc:spChg>
        <pc:spChg chg="del">
          <ac:chgData name="Light, Ronald - US" userId="b1200e28-922e-4d71-8075-3814b9cb494f" providerId="ADAL" clId="{D3EFE3B2-41A2-47B3-B0F8-79EB28DBF18B}" dt="2026-08-19T10:17:26.684" v="4757" actId="478"/>
          <ac:spMkLst>
            <pc:docMk/>
            <pc:sldMk cId="2772404418" sldId="3217"/>
            <ac:spMk id="59" creationId="{FBA26B9E-909D-B293-C90B-6E8C6B1BC02C}"/>
          </ac:spMkLst>
        </pc:spChg>
        <pc:spChg chg="del">
          <ac:chgData name="Light, Ronald - US" userId="b1200e28-922e-4d71-8075-3814b9cb494f" providerId="ADAL" clId="{D3EFE3B2-41A2-47B3-B0F8-79EB28DBF18B}" dt="2026-08-19T10:17:26.684" v="4757" actId="478"/>
          <ac:spMkLst>
            <pc:docMk/>
            <pc:sldMk cId="2772404418" sldId="3217"/>
            <ac:spMk id="61" creationId="{236E021D-C8F5-4E1A-F9C9-A5D1A381F4F1}"/>
          </ac:spMkLst>
        </pc:spChg>
        <pc:spChg chg="add mod">
          <ac:chgData name="Light, Ronald - US" userId="b1200e28-922e-4d71-8075-3814b9cb494f" providerId="ADAL" clId="{D3EFE3B2-41A2-47B3-B0F8-79EB28DBF18B}" dt="2026-08-19T13:16:53.613" v="6005" actId="164"/>
          <ac:spMkLst>
            <pc:docMk/>
            <pc:sldMk cId="2772404418" sldId="3217"/>
            <ac:spMk id="62" creationId="{0B5C83AE-BA3B-D868-4419-6097304C18A8}"/>
          </ac:spMkLst>
        </pc:spChg>
        <pc:spChg chg="add del mod">
          <ac:chgData name="Light, Ronald - US" userId="b1200e28-922e-4d71-8075-3814b9cb494f" providerId="ADAL" clId="{D3EFE3B2-41A2-47B3-B0F8-79EB28DBF18B}" dt="2026-08-20T15:20:20.691" v="9602" actId="478"/>
          <ac:spMkLst>
            <pc:docMk/>
            <pc:sldMk cId="2772404418" sldId="3217"/>
            <ac:spMk id="64" creationId="{EFDA5163-0E55-2992-1F7E-34E56AB5B8ED}"/>
          </ac:spMkLst>
        </pc:spChg>
        <pc:spChg chg="add del mod">
          <ac:chgData name="Light, Ronald - US" userId="b1200e28-922e-4d71-8075-3814b9cb494f" providerId="ADAL" clId="{D3EFE3B2-41A2-47B3-B0F8-79EB28DBF18B}" dt="2026-08-20T11:11:02.759" v="7011" actId="478"/>
          <ac:spMkLst>
            <pc:docMk/>
            <pc:sldMk cId="2772404418" sldId="3217"/>
            <ac:spMk id="66" creationId="{039D9668-944C-BAE5-736B-2BAE58B92E94}"/>
          </ac:spMkLst>
        </pc:spChg>
        <pc:spChg chg="add mod topLvl">
          <ac:chgData name="Light, Ronald - US" userId="b1200e28-922e-4d71-8075-3814b9cb494f" providerId="ADAL" clId="{D3EFE3B2-41A2-47B3-B0F8-79EB28DBF18B}" dt="2026-08-20T15:56:39.506" v="10383" actId="6549"/>
          <ac:spMkLst>
            <pc:docMk/>
            <pc:sldMk cId="2772404418" sldId="3217"/>
            <ac:spMk id="68" creationId="{1A1CD402-320C-A687-F7C8-22BC1D2EB22A}"/>
          </ac:spMkLst>
        </pc:spChg>
        <pc:spChg chg="add del mod topLvl">
          <ac:chgData name="Light, Ronald - US" userId="b1200e28-922e-4d71-8075-3814b9cb494f" providerId="ADAL" clId="{D3EFE3B2-41A2-47B3-B0F8-79EB28DBF18B}" dt="2026-08-20T14:28:46.565" v="7991" actId="478"/>
          <ac:spMkLst>
            <pc:docMk/>
            <pc:sldMk cId="2772404418" sldId="3217"/>
            <ac:spMk id="70" creationId="{1B97950E-7E82-95BE-0D48-3C5C767B57D5}"/>
          </ac:spMkLst>
        </pc:spChg>
        <pc:spChg chg="add del mod topLvl">
          <ac:chgData name="Light, Ronald - US" userId="b1200e28-922e-4d71-8075-3814b9cb494f" providerId="ADAL" clId="{D3EFE3B2-41A2-47B3-B0F8-79EB28DBF18B}" dt="2026-08-20T14:23:21.125" v="7715" actId="478"/>
          <ac:spMkLst>
            <pc:docMk/>
            <pc:sldMk cId="2772404418" sldId="3217"/>
            <ac:spMk id="71" creationId="{E925015B-930F-E8B2-680A-6FB4BB593BD0}"/>
          </ac:spMkLst>
        </pc:spChg>
        <pc:spChg chg="add mod">
          <ac:chgData name="Light, Ronald - US" userId="b1200e28-922e-4d71-8075-3814b9cb494f" providerId="ADAL" clId="{D3EFE3B2-41A2-47B3-B0F8-79EB28DBF18B}" dt="2026-08-20T15:49:10.311" v="10237" actId="1038"/>
          <ac:spMkLst>
            <pc:docMk/>
            <pc:sldMk cId="2772404418" sldId="3217"/>
            <ac:spMk id="74" creationId="{6D92E15D-2C2E-E44D-1DA9-987A524C3099}"/>
          </ac:spMkLst>
        </pc:spChg>
        <pc:spChg chg="add mod">
          <ac:chgData name="Light, Ronald - US" userId="b1200e28-922e-4d71-8075-3814b9cb494f" providerId="ADAL" clId="{D3EFE3B2-41A2-47B3-B0F8-79EB28DBF18B}" dt="2026-08-20T15:49:10.311" v="10237" actId="1038"/>
          <ac:spMkLst>
            <pc:docMk/>
            <pc:sldMk cId="2772404418" sldId="3217"/>
            <ac:spMk id="76" creationId="{C3C11C11-6573-CAAE-561D-873FB9A27666}"/>
          </ac:spMkLst>
        </pc:spChg>
        <pc:spChg chg="add del mod">
          <ac:chgData name="Light, Ronald - US" userId="b1200e28-922e-4d71-8075-3814b9cb494f" providerId="ADAL" clId="{D3EFE3B2-41A2-47B3-B0F8-79EB28DBF18B}" dt="2026-08-20T15:20:39.082" v="9606" actId="478"/>
          <ac:spMkLst>
            <pc:docMk/>
            <pc:sldMk cId="2772404418" sldId="3217"/>
            <ac:spMk id="78" creationId="{6164FD8C-367E-5E09-F1D3-9D46764B96F6}"/>
          </ac:spMkLst>
        </pc:spChg>
        <pc:spChg chg="add del mod">
          <ac:chgData name="Light, Ronald - US" userId="b1200e28-922e-4d71-8075-3814b9cb494f" providerId="ADAL" clId="{D3EFE3B2-41A2-47B3-B0F8-79EB28DBF18B}" dt="2026-08-20T14:55:56.420" v="8188" actId="478"/>
          <ac:spMkLst>
            <pc:docMk/>
            <pc:sldMk cId="2772404418" sldId="3217"/>
            <ac:spMk id="80" creationId="{87F98424-FDD7-8804-4790-17402589FDCD}"/>
          </ac:spMkLst>
        </pc:spChg>
        <pc:spChg chg="add mod">
          <ac:chgData name="Light, Ronald - US" userId="b1200e28-922e-4d71-8075-3814b9cb494f" providerId="ADAL" clId="{D3EFE3B2-41A2-47B3-B0F8-79EB28DBF18B}" dt="2026-08-20T15:50:35.424" v="10240" actId="6549"/>
          <ac:spMkLst>
            <pc:docMk/>
            <pc:sldMk cId="2772404418" sldId="3217"/>
            <ac:spMk id="82" creationId="{7FF3248D-4A96-D6D2-0E2C-60C04C3A2548}"/>
          </ac:spMkLst>
        </pc:spChg>
        <pc:spChg chg="add del mod">
          <ac:chgData name="Light, Ronald - US" userId="b1200e28-922e-4d71-8075-3814b9cb494f" providerId="ADAL" clId="{D3EFE3B2-41A2-47B3-B0F8-79EB28DBF18B}" dt="2026-08-20T15:31:09.955" v="9626" actId="478"/>
          <ac:spMkLst>
            <pc:docMk/>
            <pc:sldMk cId="2772404418" sldId="3217"/>
            <ac:spMk id="84" creationId="{B10EDBD4-80B2-5AC9-024A-2534E74741E3}"/>
          </ac:spMkLst>
        </pc:spChg>
        <pc:spChg chg="del mod">
          <ac:chgData name="Light, Ronald - US" userId="b1200e28-922e-4d71-8075-3814b9cb494f" providerId="ADAL" clId="{D3EFE3B2-41A2-47B3-B0F8-79EB28DBF18B}" dt="2026-08-19T10:57:06.270" v="5721" actId="478"/>
          <ac:spMkLst>
            <pc:docMk/>
            <pc:sldMk cId="2772404418" sldId="3217"/>
            <ac:spMk id="94" creationId="{046C1D3F-B77C-E5EA-8F00-B92418459A45}"/>
          </ac:spMkLst>
        </pc:spChg>
        <pc:spChg chg="mod topLvl">
          <ac:chgData name="Light, Ronald - US" userId="b1200e28-922e-4d71-8075-3814b9cb494f" providerId="ADAL" clId="{D3EFE3B2-41A2-47B3-B0F8-79EB28DBF18B}" dt="2026-08-19T13:16:13.012" v="5997" actId="113"/>
          <ac:spMkLst>
            <pc:docMk/>
            <pc:sldMk cId="2772404418" sldId="3217"/>
            <ac:spMk id="95" creationId="{96D024DD-FBE3-EF33-063E-13DF102111DF}"/>
          </ac:spMkLst>
        </pc:spChg>
        <pc:spChg chg="mod topLvl">
          <ac:chgData name="Light, Ronald - US" userId="b1200e28-922e-4d71-8075-3814b9cb494f" providerId="ADAL" clId="{D3EFE3B2-41A2-47B3-B0F8-79EB28DBF18B}" dt="2026-08-19T13:16:38.999" v="6003" actId="113"/>
          <ac:spMkLst>
            <pc:docMk/>
            <pc:sldMk cId="2772404418" sldId="3217"/>
            <ac:spMk id="97" creationId="{28FC3CE1-06B2-234C-71EB-70CB8BB96B16}"/>
          </ac:spMkLst>
        </pc:spChg>
        <pc:spChg chg="mod topLvl">
          <ac:chgData name="Light, Ronald - US" userId="b1200e28-922e-4d71-8075-3814b9cb494f" providerId="ADAL" clId="{D3EFE3B2-41A2-47B3-B0F8-79EB28DBF18B}" dt="2026-08-19T13:16:29.956" v="6001" actId="113"/>
          <ac:spMkLst>
            <pc:docMk/>
            <pc:sldMk cId="2772404418" sldId="3217"/>
            <ac:spMk id="98" creationId="{71E187F2-2308-171E-882D-FE4DC4D6E0B2}"/>
          </ac:spMkLst>
        </pc:spChg>
        <pc:spChg chg="mod topLvl">
          <ac:chgData name="Light, Ronald - US" userId="b1200e28-922e-4d71-8075-3814b9cb494f" providerId="ADAL" clId="{D3EFE3B2-41A2-47B3-B0F8-79EB28DBF18B}" dt="2026-08-19T13:16:21.733" v="5999" actId="113"/>
          <ac:spMkLst>
            <pc:docMk/>
            <pc:sldMk cId="2772404418" sldId="3217"/>
            <ac:spMk id="99" creationId="{5C5CB3E1-D1CC-BF1C-2FB9-21685B4004E1}"/>
          </ac:spMkLst>
        </pc:spChg>
        <pc:spChg chg="mod topLvl">
          <ac:chgData name="Light, Ronald - US" userId="b1200e28-922e-4d71-8075-3814b9cb494f" providerId="ADAL" clId="{D3EFE3B2-41A2-47B3-B0F8-79EB28DBF18B}" dt="2026-08-19T13:16:17.242" v="5998" actId="113"/>
          <ac:spMkLst>
            <pc:docMk/>
            <pc:sldMk cId="2772404418" sldId="3217"/>
            <ac:spMk id="100" creationId="{836466ED-5431-14D9-D4FB-DA223AC702DC}"/>
          </ac:spMkLst>
        </pc:spChg>
        <pc:spChg chg="mod topLvl">
          <ac:chgData name="Light, Ronald - US" userId="b1200e28-922e-4d71-8075-3814b9cb494f" providerId="ADAL" clId="{D3EFE3B2-41A2-47B3-B0F8-79EB28DBF18B}" dt="2026-08-19T13:16:26.551" v="6000" actId="113"/>
          <ac:spMkLst>
            <pc:docMk/>
            <pc:sldMk cId="2772404418" sldId="3217"/>
            <ac:spMk id="101" creationId="{208503C4-3263-52BA-5742-EAEB7A3719A8}"/>
          </ac:spMkLst>
        </pc:spChg>
        <pc:spChg chg="mod topLvl">
          <ac:chgData name="Light, Ronald - US" userId="b1200e28-922e-4d71-8075-3814b9cb494f" providerId="ADAL" clId="{D3EFE3B2-41A2-47B3-B0F8-79EB28DBF18B}" dt="2026-08-19T13:16:34.797" v="6002" actId="113"/>
          <ac:spMkLst>
            <pc:docMk/>
            <pc:sldMk cId="2772404418" sldId="3217"/>
            <ac:spMk id="102" creationId="{0A208922-AF19-8BAB-F15A-BD227EB38861}"/>
          </ac:spMkLst>
        </pc:spChg>
        <pc:spChg chg="mod topLvl">
          <ac:chgData name="Light, Ronald - US" userId="b1200e28-922e-4d71-8075-3814b9cb494f" providerId="ADAL" clId="{D3EFE3B2-41A2-47B3-B0F8-79EB28DBF18B}" dt="2026-08-19T13:16:43.984" v="6004" actId="113"/>
          <ac:spMkLst>
            <pc:docMk/>
            <pc:sldMk cId="2772404418" sldId="3217"/>
            <ac:spMk id="157" creationId="{170CAB50-5B26-070C-664F-57F30182D6DA}"/>
          </ac:spMkLst>
        </pc:spChg>
        <pc:spChg chg="del">
          <ac:chgData name="Light, Ronald - US" userId="b1200e28-922e-4d71-8075-3814b9cb494f" providerId="ADAL" clId="{D3EFE3B2-41A2-47B3-B0F8-79EB28DBF18B}" dt="2026-08-19T10:16:44.171" v="4754" actId="478"/>
          <ac:spMkLst>
            <pc:docMk/>
            <pc:sldMk cId="2772404418" sldId="3217"/>
            <ac:spMk id="224" creationId="{4DB3EAE0-1E0D-FDBC-7744-9AD3D8A32138}"/>
          </ac:spMkLst>
        </pc:spChg>
        <pc:spChg chg="del">
          <ac:chgData name="Light, Ronald - US" userId="b1200e28-922e-4d71-8075-3814b9cb494f" providerId="ADAL" clId="{D3EFE3B2-41A2-47B3-B0F8-79EB28DBF18B}" dt="2026-08-19T10:16:44.171" v="4754" actId="478"/>
          <ac:spMkLst>
            <pc:docMk/>
            <pc:sldMk cId="2772404418" sldId="3217"/>
            <ac:spMk id="227" creationId="{5B98B12C-00AC-602D-798C-047B2430092F}"/>
          </ac:spMkLst>
        </pc:spChg>
        <pc:spChg chg="del">
          <ac:chgData name="Light, Ronald - US" userId="b1200e28-922e-4d71-8075-3814b9cb494f" providerId="ADAL" clId="{D3EFE3B2-41A2-47B3-B0F8-79EB28DBF18B}" dt="2026-08-19T10:16:44.171" v="4754" actId="478"/>
          <ac:spMkLst>
            <pc:docMk/>
            <pc:sldMk cId="2772404418" sldId="3217"/>
            <ac:spMk id="233" creationId="{8668AE99-6F5C-B6C0-D86C-D1454AD0658C}"/>
          </ac:spMkLst>
        </pc:spChg>
        <pc:spChg chg="add mod ord">
          <ac:chgData name="Light, Ronald - US" userId="b1200e28-922e-4d71-8075-3814b9cb494f" providerId="ADAL" clId="{D3EFE3B2-41A2-47B3-B0F8-79EB28DBF18B}" dt="2026-08-19T13:16:53.613" v="6005" actId="164"/>
          <ac:spMkLst>
            <pc:docMk/>
            <pc:sldMk cId="2772404418" sldId="3217"/>
            <ac:spMk id="239" creationId="{F7809A1F-EA6C-10EF-2CCC-0F1B33BF8E0A}"/>
          </ac:spMkLst>
        </pc:spChg>
        <pc:spChg chg="add mod">
          <ac:chgData name="Light, Ronald - US" userId="b1200e28-922e-4d71-8075-3814b9cb494f" providerId="ADAL" clId="{D3EFE3B2-41A2-47B3-B0F8-79EB28DBF18B}" dt="2026-08-20T11:36:14.833" v="7276" actId="1035"/>
          <ac:spMkLst>
            <pc:docMk/>
            <pc:sldMk cId="2772404418" sldId="3217"/>
            <ac:spMk id="242" creationId="{0DCCE63E-DD32-D8EE-E283-AF136F3E0995}"/>
          </ac:spMkLst>
        </pc:spChg>
        <pc:spChg chg="add mod topLvl">
          <ac:chgData name="Light, Ronald - US" userId="b1200e28-922e-4d71-8075-3814b9cb494f" providerId="ADAL" clId="{D3EFE3B2-41A2-47B3-B0F8-79EB28DBF18B}" dt="2026-08-19T13:12:15.984" v="5978" actId="207"/>
          <ac:spMkLst>
            <pc:docMk/>
            <pc:sldMk cId="2772404418" sldId="3217"/>
            <ac:spMk id="244" creationId="{6EA54D25-D684-594D-8B9F-4B2A9C604346}"/>
          </ac:spMkLst>
        </pc:spChg>
        <pc:spChg chg="add mod topLvl">
          <ac:chgData name="Light, Ronald - US" userId="b1200e28-922e-4d71-8075-3814b9cb494f" providerId="ADAL" clId="{D3EFE3B2-41A2-47B3-B0F8-79EB28DBF18B}" dt="2026-08-19T13:15:41.993" v="5992" actId="113"/>
          <ac:spMkLst>
            <pc:docMk/>
            <pc:sldMk cId="2772404418" sldId="3217"/>
            <ac:spMk id="246" creationId="{DBF933AE-B38F-924B-9682-4A49694E4FC1}"/>
          </ac:spMkLst>
        </pc:spChg>
        <pc:spChg chg="add mod topLvl">
          <ac:chgData name="Light, Ronald - US" userId="b1200e28-922e-4d71-8075-3814b9cb494f" providerId="ADAL" clId="{D3EFE3B2-41A2-47B3-B0F8-79EB28DBF18B}" dt="2026-08-19T13:12:15.984" v="5978" actId="207"/>
          <ac:spMkLst>
            <pc:docMk/>
            <pc:sldMk cId="2772404418" sldId="3217"/>
            <ac:spMk id="248" creationId="{73E7B706-6153-8817-FFFD-EFD2DD2237A0}"/>
          </ac:spMkLst>
        </pc:spChg>
        <pc:spChg chg="add mod topLvl">
          <ac:chgData name="Light, Ronald - US" userId="b1200e28-922e-4d71-8075-3814b9cb494f" providerId="ADAL" clId="{D3EFE3B2-41A2-47B3-B0F8-79EB28DBF18B}" dt="2026-08-19T13:15:47.938" v="5993" actId="113"/>
          <ac:spMkLst>
            <pc:docMk/>
            <pc:sldMk cId="2772404418" sldId="3217"/>
            <ac:spMk id="253" creationId="{B1D18E89-FBDD-3332-6E2A-C14D7CEB1697}"/>
          </ac:spMkLst>
        </pc:spChg>
        <pc:spChg chg="add mod topLvl">
          <ac:chgData name="Light, Ronald - US" userId="b1200e28-922e-4d71-8075-3814b9cb494f" providerId="ADAL" clId="{D3EFE3B2-41A2-47B3-B0F8-79EB28DBF18B}" dt="2026-08-19T13:12:15.984" v="5978" actId="207"/>
          <ac:spMkLst>
            <pc:docMk/>
            <pc:sldMk cId="2772404418" sldId="3217"/>
            <ac:spMk id="255" creationId="{C3F01F85-D0ED-74C6-C69D-5BA8769A45D0}"/>
          </ac:spMkLst>
        </pc:spChg>
        <pc:spChg chg="add mod">
          <ac:chgData name="Light, Ronald - US" userId="b1200e28-922e-4d71-8075-3814b9cb494f" providerId="ADAL" clId="{D3EFE3B2-41A2-47B3-B0F8-79EB28DBF18B}" dt="2026-08-20T15:51:20.331" v="10280" actId="20577"/>
          <ac:spMkLst>
            <pc:docMk/>
            <pc:sldMk cId="2772404418" sldId="3217"/>
            <ac:spMk id="257" creationId="{3C952D39-472B-8DA4-E3E5-7BC8FAB55F39}"/>
          </ac:spMkLst>
        </pc:spChg>
        <pc:spChg chg="add del mod">
          <ac:chgData name="Light, Ronald - US" userId="b1200e28-922e-4d71-8075-3814b9cb494f" providerId="ADAL" clId="{D3EFE3B2-41A2-47B3-B0F8-79EB28DBF18B}" dt="2026-08-19T13:32:47.741" v="6079" actId="478"/>
          <ac:spMkLst>
            <pc:docMk/>
            <pc:sldMk cId="2772404418" sldId="3217"/>
            <ac:spMk id="280" creationId="{A4441C56-1ACA-7B33-A907-90FC9261B5B3}"/>
          </ac:spMkLst>
        </pc:spChg>
        <pc:spChg chg="add del mod">
          <ac:chgData name="Light, Ronald - US" userId="b1200e28-922e-4d71-8075-3814b9cb494f" providerId="ADAL" clId="{D3EFE3B2-41A2-47B3-B0F8-79EB28DBF18B}" dt="2026-08-20T11:31:41.981" v="7224" actId="478"/>
          <ac:spMkLst>
            <pc:docMk/>
            <pc:sldMk cId="2772404418" sldId="3217"/>
            <ac:spMk id="283" creationId="{8C94907A-BEA7-CCA1-4B23-B9E7C8661D99}"/>
          </ac:spMkLst>
        </pc:spChg>
        <pc:spChg chg="del">
          <ac:chgData name="Light, Ronald - US" userId="b1200e28-922e-4d71-8075-3814b9cb494f" providerId="ADAL" clId="{D3EFE3B2-41A2-47B3-B0F8-79EB28DBF18B}" dt="2026-08-19T10:16:44.171" v="4754" actId="478"/>
          <ac:spMkLst>
            <pc:docMk/>
            <pc:sldMk cId="2772404418" sldId="3217"/>
            <ac:spMk id="284" creationId="{FEDDBD73-439D-496E-B041-788632B53E29}"/>
          </ac:spMkLst>
        </pc:spChg>
        <pc:spChg chg="del">
          <ac:chgData name="Light, Ronald - US" userId="b1200e28-922e-4d71-8075-3814b9cb494f" providerId="ADAL" clId="{D3EFE3B2-41A2-47B3-B0F8-79EB28DBF18B}" dt="2026-08-19T10:16:44.171" v="4754" actId="478"/>
          <ac:spMkLst>
            <pc:docMk/>
            <pc:sldMk cId="2772404418" sldId="3217"/>
            <ac:spMk id="299" creationId="{4D6CE08E-7318-5334-773B-A2B4A78EC5FE}"/>
          </ac:spMkLst>
        </pc:spChg>
        <pc:spChg chg="mod">
          <ac:chgData name="Light, Ronald - US" userId="b1200e28-922e-4d71-8075-3814b9cb494f" providerId="ADAL" clId="{D3EFE3B2-41A2-47B3-B0F8-79EB28DBF18B}" dt="2026-08-20T15:32:37.350" v="9736" actId="1036"/>
          <ac:spMkLst>
            <pc:docMk/>
            <pc:sldMk cId="2772404418" sldId="3217"/>
            <ac:spMk id="306" creationId="{5EC456EC-F5D9-21AB-4106-C82E5627AAB2}"/>
          </ac:spMkLst>
        </pc:spChg>
        <pc:grpChg chg="add del mod">
          <ac:chgData name="Light, Ronald - US" userId="b1200e28-922e-4d71-8075-3814b9cb494f" providerId="ADAL" clId="{D3EFE3B2-41A2-47B3-B0F8-79EB28DBF18B}" dt="2026-08-19T10:21:59.568" v="5019" actId="165"/>
          <ac:grpSpMkLst>
            <pc:docMk/>
            <pc:sldMk cId="2772404418" sldId="3217"/>
            <ac:grpSpMk id="2" creationId="{AD43849B-8008-D427-A4DB-0E51CE516A78}"/>
          </ac:grpSpMkLst>
        </pc:grpChg>
        <pc:grpChg chg="add mod">
          <ac:chgData name="Light, Ronald - US" userId="b1200e28-922e-4d71-8075-3814b9cb494f" providerId="ADAL" clId="{D3EFE3B2-41A2-47B3-B0F8-79EB28DBF18B}" dt="2026-08-19T10:24:39.937" v="5039" actId="164"/>
          <ac:grpSpMkLst>
            <pc:docMk/>
            <pc:sldMk cId="2772404418" sldId="3217"/>
            <ac:grpSpMk id="4" creationId="{C0BEDA74-3FB3-CDE7-0CC2-56D7369289BA}"/>
          </ac:grpSpMkLst>
        </pc:grpChg>
        <pc:grpChg chg="add mod">
          <ac:chgData name="Light, Ronald - US" userId="b1200e28-922e-4d71-8075-3814b9cb494f" providerId="ADAL" clId="{D3EFE3B2-41A2-47B3-B0F8-79EB28DBF18B}" dt="2026-08-19T10:44:15.447" v="5349" actId="164"/>
          <ac:grpSpMkLst>
            <pc:docMk/>
            <pc:sldMk cId="2772404418" sldId="3217"/>
            <ac:grpSpMk id="7" creationId="{9CC4AE61-C909-F7FB-09E4-19A63568174A}"/>
          </ac:grpSpMkLst>
        </pc:grpChg>
        <pc:grpChg chg="add del mod">
          <ac:chgData name="Light, Ronald - US" userId="b1200e28-922e-4d71-8075-3814b9cb494f" providerId="ADAL" clId="{D3EFE3B2-41A2-47B3-B0F8-79EB28DBF18B}" dt="2026-08-19T13:06:06.127" v="5850" actId="165"/>
          <ac:grpSpMkLst>
            <pc:docMk/>
            <pc:sldMk cId="2772404418" sldId="3217"/>
            <ac:grpSpMk id="42" creationId="{F4B9ACA2-9767-034A-95B0-6291B5E26D1E}"/>
          </ac:grpSpMkLst>
        </pc:grpChg>
        <pc:grpChg chg="add del mod">
          <ac:chgData name="Light, Ronald - US" userId="b1200e28-922e-4d71-8075-3814b9cb494f" providerId="ADAL" clId="{D3EFE3B2-41A2-47B3-B0F8-79EB28DBF18B}" dt="2026-08-19T13:06:06.127" v="5850" actId="165"/>
          <ac:grpSpMkLst>
            <pc:docMk/>
            <pc:sldMk cId="2772404418" sldId="3217"/>
            <ac:grpSpMk id="43" creationId="{6941E911-E570-4B41-B006-DFBB38DEBACF}"/>
          </ac:grpSpMkLst>
        </pc:grpChg>
        <pc:grpChg chg="add mod">
          <ac:chgData name="Light, Ronald - US" userId="b1200e28-922e-4d71-8075-3814b9cb494f" providerId="ADAL" clId="{D3EFE3B2-41A2-47B3-B0F8-79EB28DBF18B}" dt="2026-08-19T13:05:58.965" v="5849" actId="1076"/>
          <ac:grpSpMkLst>
            <pc:docMk/>
            <pc:sldMk cId="2772404418" sldId="3217"/>
            <ac:grpSpMk id="44" creationId="{29CD5378-202E-37F1-8537-C078CBCAA420}"/>
          </ac:grpSpMkLst>
        </pc:grpChg>
        <pc:grpChg chg="add mod">
          <ac:chgData name="Light, Ronald - US" userId="b1200e28-922e-4d71-8075-3814b9cb494f" providerId="ADAL" clId="{D3EFE3B2-41A2-47B3-B0F8-79EB28DBF18B}" dt="2026-08-19T13:05:58.965" v="5849" actId="1076"/>
          <ac:grpSpMkLst>
            <pc:docMk/>
            <pc:sldMk cId="2772404418" sldId="3217"/>
            <ac:grpSpMk id="45" creationId="{8C749879-0639-BA16-4F5B-6A2445E942C6}"/>
          </ac:grpSpMkLst>
        </pc:grpChg>
        <pc:grpChg chg="add del mod">
          <ac:chgData name="Light, Ronald - US" userId="b1200e28-922e-4d71-8075-3814b9cb494f" providerId="ADAL" clId="{D3EFE3B2-41A2-47B3-B0F8-79EB28DBF18B}" dt="2026-08-19T13:07:35.272" v="5871" actId="165"/>
          <ac:grpSpMkLst>
            <pc:docMk/>
            <pc:sldMk cId="2772404418" sldId="3217"/>
            <ac:grpSpMk id="46" creationId="{8D526D44-F91A-8463-2CDB-9C00E8D8DF8F}"/>
          </ac:grpSpMkLst>
        </pc:grpChg>
        <pc:grpChg chg="add mod">
          <ac:chgData name="Light, Ronald - US" userId="b1200e28-922e-4d71-8075-3814b9cb494f" providerId="ADAL" clId="{D3EFE3B2-41A2-47B3-B0F8-79EB28DBF18B}" dt="2026-08-19T10:57:19.083" v="5723" actId="1076"/>
          <ac:grpSpMkLst>
            <pc:docMk/>
            <pc:sldMk cId="2772404418" sldId="3217"/>
            <ac:grpSpMk id="53" creationId="{90B23BF1-CE63-E423-6F38-A235D106159B}"/>
          </ac:grpSpMkLst>
        </pc:grpChg>
        <pc:grpChg chg="add mod">
          <ac:chgData name="Light, Ronald - US" userId="b1200e28-922e-4d71-8075-3814b9cb494f" providerId="ADAL" clId="{D3EFE3B2-41A2-47B3-B0F8-79EB28DBF18B}" dt="2026-08-19T13:11:36.726" v="5963" actId="164"/>
          <ac:grpSpMkLst>
            <pc:docMk/>
            <pc:sldMk cId="2772404418" sldId="3217"/>
            <ac:grpSpMk id="54" creationId="{6665C6FF-F290-A50C-8880-426BF2307AC7}"/>
          </ac:grpSpMkLst>
        </pc:grpChg>
        <pc:grpChg chg="add mod">
          <ac:chgData name="Light, Ronald - US" userId="b1200e28-922e-4d71-8075-3814b9cb494f" providerId="ADAL" clId="{D3EFE3B2-41A2-47B3-B0F8-79EB28DBF18B}" dt="2026-08-19T13:11:36.726" v="5963" actId="164"/>
          <ac:grpSpMkLst>
            <pc:docMk/>
            <pc:sldMk cId="2772404418" sldId="3217"/>
            <ac:grpSpMk id="55" creationId="{4DC6295C-0C8D-32B4-58F3-AB7D9971CECF}"/>
          </ac:grpSpMkLst>
        </pc:grpChg>
        <pc:grpChg chg="add mod">
          <ac:chgData name="Light, Ronald - US" userId="b1200e28-922e-4d71-8075-3814b9cb494f" providerId="ADAL" clId="{D3EFE3B2-41A2-47B3-B0F8-79EB28DBF18B}" dt="2026-08-19T13:11:36.726" v="5963" actId="164"/>
          <ac:grpSpMkLst>
            <pc:docMk/>
            <pc:sldMk cId="2772404418" sldId="3217"/>
            <ac:grpSpMk id="57" creationId="{53242D4B-1624-02EE-8C4A-AA43DA6108CB}"/>
          </ac:grpSpMkLst>
        </pc:grpChg>
        <pc:grpChg chg="add mod">
          <ac:chgData name="Light, Ronald - US" userId="b1200e28-922e-4d71-8075-3814b9cb494f" providerId="ADAL" clId="{D3EFE3B2-41A2-47B3-B0F8-79EB28DBF18B}" dt="2026-08-19T13:11:36.726" v="5963" actId="164"/>
          <ac:grpSpMkLst>
            <pc:docMk/>
            <pc:sldMk cId="2772404418" sldId="3217"/>
            <ac:grpSpMk id="58" creationId="{57E2FB8D-A268-07B0-4D05-144F71C01879}"/>
          </ac:grpSpMkLst>
        </pc:grpChg>
        <pc:grpChg chg="add mod ord">
          <ac:chgData name="Light, Ronald - US" userId="b1200e28-922e-4d71-8075-3814b9cb494f" providerId="ADAL" clId="{D3EFE3B2-41A2-47B3-B0F8-79EB28DBF18B}" dt="2026-08-19T13:16:53.613" v="6005" actId="164"/>
          <ac:grpSpMkLst>
            <pc:docMk/>
            <pc:sldMk cId="2772404418" sldId="3217"/>
            <ac:grpSpMk id="63" creationId="{58128751-6C35-839C-85B8-102D1AF59375}"/>
          </ac:grpSpMkLst>
        </pc:grpChg>
        <pc:grpChg chg="add del mod">
          <ac:chgData name="Light, Ronald - US" userId="b1200e28-922e-4d71-8075-3814b9cb494f" providerId="ADAL" clId="{D3EFE3B2-41A2-47B3-B0F8-79EB28DBF18B}" dt="2026-08-20T10:54:35.300" v="6594" actId="165"/>
          <ac:grpSpMkLst>
            <pc:docMk/>
            <pc:sldMk cId="2772404418" sldId="3217"/>
            <ac:grpSpMk id="72" creationId="{0C22F381-D823-CF11-D0C7-3077256DA9DB}"/>
          </ac:grpSpMkLst>
        </pc:grpChg>
        <pc:grpChg chg="del mod">
          <ac:chgData name="Light, Ronald - US" userId="b1200e28-922e-4d71-8075-3814b9cb494f" providerId="ADAL" clId="{D3EFE3B2-41A2-47B3-B0F8-79EB28DBF18B}" dt="2026-08-19T10:18:27.405" v="4762" actId="165"/>
          <ac:grpSpMkLst>
            <pc:docMk/>
            <pc:sldMk cId="2772404418" sldId="3217"/>
            <ac:grpSpMk id="158" creationId="{D94A49F2-6842-5B52-B9E1-BD93200969E8}"/>
          </ac:grpSpMkLst>
        </pc:grpChg>
        <pc:grpChg chg="del mod">
          <ac:chgData name="Light, Ronald - US" userId="b1200e28-922e-4d71-8075-3814b9cb494f" providerId="ADAL" clId="{D3EFE3B2-41A2-47B3-B0F8-79EB28DBF18B}" dt="2026-08-19T10:18:27.405" v="4762" actId="165"/>
          <ac:grpSpMkLst>
            <pc:docMk/>
            <pc:sldMk cId="2772404418" sldId="3217"/>
            <ac:grpSpMk id="159" creationId="{48DF8DD5-1210-FB41-A068-32E59F71681A}"/>
          </ac:grpSpMkLst>
        </pc:grpChg>
        <pc:grpChg chg="mod">
          <ac:chgData name="Light, Ronald - US" userId="b1200e28-922e-4d71-8075-3814b9cb494f" providerId="ADAL" clId="{D3EFE3B2-41A2-47B3-B0F8-79EB28DBF18B}" dt="2026-08-19T10:18:16.547" v="4761" actId="1076"/>
          <ac:grpSpMkLst>
            <pc:docMk/>
            <pc:sldMk cId="2772404418" sldId="3217"/>
            <ac:grpSpMk id="160" creationId="{A8EF3BF8-F792-8694-3F84-AB484211181F}"/>
          </ac:grpSpMkLst>
        </pc:grpChg>
        <pc:grpChg chg="mod">
          <ac:chgData name="Light, Ronald - US" userId="b1200e28-922e-4d71-8075-3814b9cb494f" providerId="ADAL" clId="{D3EFE3B2-41A2-47B3-B0F8-79EB28DBF18B}" dt="2026-08-19T10:18:16.547" v="4761" actId="1076"/>
          <ac:grpSpMkLst>
            <pc:docMk/>
            <pc:sldMk cId="2772404418" sldId="3217"/>
            <ac:grpSpMk id="161" creationId="{46D1F793-9FE8-4D88-C825-C03213F2BEBA}"/>
          </ac:grpSpMkLst>
        </pc:grpChg>
        <pc:grpChg chg="mod">
          <ac:chgData name="Light, Ronald - US" userId="b1200e28-922e-4d71-8075-3814b9cb494f" providerId="ADAL" clId="{D3EFE3B2-41A2-47B3-B0F8-79EB28DBF18B}" dt="2026-08-19T10:18:16.547" v="4761" actId="1076"/>
          <ac:grpSpMkLst>
            <pc:docMk/>
            <pc:sldMk cId="2772404418" sldId="3217"/>
            <ac:grpSpMk id="162" creationId="{697B2B43-A217-B2F8-97BF-DD0689DC238C}"/>
          </ac:grpSpMkLst>
        </pc:grpChg>
        <pc:grpChg chg="mod">
          <ac:chgData name="Light, Ronald - US" userId="b1200e28-922e-4d71-8075-3814b9cb494f" providerId="ADAL" clId="{D3EFE3B2-41A2-47B3-B0F8-79EB28DBF18B}" dt="2026-08-19T10:18:16.547" v="4761" actId="1076"/>
          <ac:grpSpMkLst>
            <pc:docMk/>
            <pc:sldMk cId="2772404418" sldId="3217"/>
            <ac:grpSpMk id="163" creationId="{8F173896-7A2C-B755-0A9E-B8EE3515BD9A}"/>
          </ac:grpSpMkLst>
        </pc:grpChg>
        <pc:grpChg chg="mod">
          <ac:chgData name="Light, Ronald - US" userId="b1200e28-922e-4d71-8075-3814b9cb494f" providerId="ADAL" clId="{D3EFE3B2-41A2-47B3-B0F8-79EB28DBF18B}" dt="2026-08-19T10:18:16.547" v="4761" actId="1076"/>
          <ac:grpSpMkLst>
            <pc:docMk/>
            <pc:sldMk cId="2772404418" sldId="3217"/>
            <ac:grpSpMk id="164" creationId="{E9AD5B23-5A68-C105-B846-CE2551B4E5FD}"/>
          </ac:grpSpMkLst>
        </pc:grpChg>
        <pc:grpChg chg="mod">
          <ac:chgData name="Light, Ronald - US" userId="b1200e28-922e-4d71-8075-3814b9cb494f" providerId="ADAL" clId="{D3EFE3B2-41A2-47B3-B0F8-79EB28DBF18B}" dt="2026-08-19T10:18:16.547" v="4761" actId="1076"/>
          <ac:grpSpMkLst>
            <pc:docMk/>
            <pc:sldMk cId="2772404418" sldId="3217"/>
            <ac:grpSpMk id="165" creationId="{CB7E8B04-EA1E-41F7-1D56-0573E4D7754E}"/>
          </ac:grpSpMkLst>
        </pc:grpChg>
        <pc:grpChg chg="del mod topLvl">
          <ac:chgData name="Light, Ronald - US" userId="b1200e28-922e-4d71-8075-3814b9cb494f" providerId="ADAL" clId="{D3EFE3B2-41A2-47B3-B0F8-79EB28DBF18B}" dt="2026-08-19T10:18:03.312" v="4760" actId="478"/>
          <ac:grpSpMkLst>
            <pc:docMk/>
            <pc:sldMk cId="2772404418" sldId="3217"/>
            <ac:grpSpMk id="177" creationId="{288FAA81-E14E-B107-E800-0C500D69FAC4}"/>
          </ac:grpSpMkLst>
        </pc:grpChg>
        <pc:grpChg chg="del mod topLvl">
          <ac:chgData name="Light, Ronald - US" userId="b1200e28-922e-4d71-8075-3814b9cb494f" providerId="ADAL" clId="{D3EFE3B2-41A2-47B3-B0F8-79EB28DBF18B}" dt="2026-08-19T10:18:03.312" v="4760" actId="478"/>
          <ac:grpSpMkLst>
            <pc:docMk/>
            <pc:sldMk cId="2772404418" sldId="3217"/>
            <ac:grpSpMk id="178" creationId="{19E2F526-17BC-2A63-C952-333EFC3967BB}"/>
          </ac:grpSpMkLst>
        </pc:grpChg>
        <pc:grpChg chg="del mod topLvl">
          <ac:chgData name="Light, Ronald - US" userId="b1200e28-922e-4d71-8075-3814b9cb494f" providerId="ADAL" clId="{D3EFE3B2-41A2-47B3-B0F8-79EB28DBF18B}" dt="2026-08-19T10:18:03.312" v="4760" actId="478"/>
          <ac:grpSpMkLst>
            <pc:docMk/>
            <pc:sldMk cId="2772404418" sldId="3217"/>
            <ac:grpSpMk id="182" creationId="{93F69C5D-1881-EA46-D937-E1AAE42A47F9}"/>
          </ac:grpSpMkLst>
        </pc:grpChg>
        <pc:grpChg chg="del mod topLvl">
          <ac:chgData name="Light, Ronald - US" userId="b1200e28-922e-4d71-8075-3814b9cb494f" providerId="ADAL" clId="{D3EFE3B2-41A2-47B3-B0F8-79EB28DBF18B}" dt="2026-08-19T10:18:03.312" v="4760" actId="478"/>
          <ac:grpSpMkLst>
            <pc:docMk/>
            <pc:sldMk cId="2772404418" sldId="3217"/>
            <ac:grpSpMk id="186" creationId="{E3E05B3C-9EBE-7012-E480-E19191255C0F}"/>
          </ac:grpSpMkLst>
        </pc:grpChg>
        <pc:grpChg chg="del mod topLvl">
          <ac:chgData name="Light, Ronald - US" userId="b1200e28-922e-4d71-8075-3814b9cb494f" providerId="ADAL" clId="{D3EFE3B2-41A2-47B3-B0F8-79EB28DBF18B}" dt="2026-08-19T10:18:03.312" v="4760" actId="478"/>
          <ac:grpSpMkLst>
            <pc:docMk/>
            <pc:sldMk cId="2772404418" sldId="3217"/>
            <ac:grpSpMk id="190" creationId="{9F495FAA-9CFA-A578-06DF-A3A1D4392B53}"/>
          </ac:grpSpMkLst>
        </pc:grpChg>
        <pc:grpChg chg="del mod topLvl">
          <ac:chgData name="Light, Ronald - US" userId="b1200e28-922e-4d71-8075-3814b9cb494f" providerId="ADAL" clId="{D3EFE3B2-41A2-47B3-B0F8-79EB28DBF18B}" dt="2026-08-19T10:18:03.312" v="4760" actId="478"/>
          <ac:grpSpMkLst>
            <pc:docMk/>
            <pc:sldMk cId="2772404418" sldId="3217"/>
            <ac:grpSpMk id="194" creationId="{2C3C6AB1-0423-25E1-C159-A079F05E5E34}"/>
          </ac:grpSpMkLst>
        </pc:grpChg>
        <pc:grpChg chg="del mod topLvl">
          <ac:chgData name="Light, Ronald - US" userId="b1200e28-922e-4d71-8075-3814b9cb494f" providerId="ADAL" clId="{D3EFE3B2-41A2-47B3-B0F8-79EB28DBF18B}" dt="2026-08-19T10:18:03.312" v="4760" actId="478"/>
          <ac:grpSpMkLst>
            <pc:docMk/>
            <pc:sldMk cId="2772404418" sldId="3217"/>
            <ac:grpSpMk id="198" creationId="{F2A22FEC-A14B-33CF-E71E-0672C11911FB}"/>
          </ac:grpSpMkLst>
        </pc:grpChg>
        <pc:grpChg chg="del mod">
          <ac:chgData name="Light, Ronald - US" userId="b1200e28-922e-4d71-8075-3814b9cb494f" providerId="ADAL" clId="{D3EFE3B2-41A2-47B3-B0F8-79EB28DBF18B}" dt="2026-08-19T10:17:48.978" v="4759" actId="165"/>
          <ac:grpSpMkLst>
            <pc:docMk/>
            <pc:sldMk cId="2772404418" sldId="3217"/>
            <ac:grpSpMk id="202" creationId="{0536E9F2-2D07-5381-69A8-69CEC8DB3B56}"/>
          </ac:grpSpMkLst>
        </pc:grpChg>
        <pc:grpChg chg="add mod">
          <ac:chgData name="Light, Ronald - US" userId="b1200e28-922e-4d71-8075-3814b9cb494f" providerId="ADAL" clId="{D3EFE3B2-41A2-47B3-B0F8-79EB28DBF18B}" dt="2026-08-19T13:16:53.613" v="6005" actId="164"/>
          <ac:grpSpMkLst>
            <pc:docMk/>
            <pc:sldMk cId="2772404418" sldId="3217"/>
            <ac:grpSpMk id="240" creationId="{1C0C614A-5BAF-2F5C-D765-6B502B366B37}"/>
          </ac:grpSpMkLst>
        </pc:grpChg>
        <pc:grpChg chg="del">
          <ac:chgData name="Light, Ronald - US" userId="b1200e28-922e-4d71-8075-3814b9cb494f" providerId="ADAL" clId="{D3EFE3B2-41A2-47B3-B0F8-79EB28DBF18B}" dt="2026-08-19T10:16:44.171" v="4754" actId="478"/>
          <ac:grpSpMkLst>
            <pc:docMk/>
            <pc:sldMk cId="2772404418" sldId="3217"/>
            <ac:grpSpMk id="249" creationId="{63779420-EEF6-650B-FAA9-CF5446011107}"/>
          </ac:grpSpMkLst>
        </pc:grpChg>
        <pc:grpChg chg="add mod">
          <ac:chgData name="Light, Ronald - US" userId="b1200e28-922e-4d71-8075-3814b9cb494f" providerId="ADAL" clId="{D3EFE3B2-41A2-47B3-B0F8-79EB28DBF18B}" dt="2026-08-20T15:48:53.426" v="10233" actId="1076"/>
          <ac:grpSpMkLst>
            <pc:docMk/>
            <pc:sldMk cId="2772404418" sldId="3217"/>
            <ac:grpSpMk id="256" creationId="{FD55B588-35C7-0FE7-D60C-A38B0D4C2DF4}"/>
          </ac:grpSpMkLst>
        </pc:grpChg>
        <pc:grpChg chg="del">
          <ac:chgData name="Light, Ronald - US" userId="b1200e28-922e-4d71-8075-3814b9cb494f" providerId="ADAL" clId="{D3EFE3B2-41A2-47B3-B0F8-79EB28DBF18B}" dt="2026-08-19T10:16:44.171" v="4754" actId="478"/>
          <ac:grpSpMkLst>
            <pc:docMk/>
            <pc:sldMk cId="2772404418" sldId="3217"/>
            <ac:grpSpMk id="262" creationId="{73A7CE87-07B6-F735-6917-D250248E8BD8}"/>
          </ac:grpSpMkLst>
        </pc:grpChg>
        <pc:grpChg chg="del">
          <ac:chgData name="Light, Ronald - US" userId="b1200e28-922e-4d71-8075-3814b9cb494f" providerId="ADAL" clId="{D3EFE3B2-41A2-47B3-B0F8-79EB28DBF18B}" dt="2026-08-19T10:16:44.171" v="4754" actId="478"/>
          <ac:grpSpMkLst>
            <pc:docMk/>
            <pc:sldMk cId="2772404418" sldId="3217"/>
            <ac:grpSpMk id="265" creationId="{7A6CD250-275A-BA76-0669-F099CF5259A9}"/>
          </ac:grpSpMkLst>
        </pc:grpChg>
        <pc:grpChg chg="del">
          <ac:chgData name="Light, Ronald - US" userId="b1200e28-922e-4d71-8075-3814b9cb494f" providerId="ADAL" clId="{D3EFE3B2-41A2-47B3-B0F8-79EB28DBF18B}" dt="2026-08-19T10:16:44.171" v="4754" actId="478"/>
          <ac:grpSpMkLst>
            <pc:docMk/>
            <pc:sldMk cId="2772404418" sldId="3217"/>
            <ac:grpSpMk id="268" creationId="{AFDA6D5D-47BB-BD36-4B30-D5EB51BE59F1}"/>
          </ac:grpSpMkLst>
        </pc:grpChg>
        <pc:grpChg chg="del">
          <ac:chgData name="Light, Ronald - US" userId="b1200e28-922e-4d71-8075-3814b9cb494f" providerId="ADAL" clId="{D3EFE3B2-41A2-47B3-B0F8-79EB28DBF18B}" dt="2026-08-19T10:16:44.171" v="4754" actId="478"/>
          <ac:grpSpMkLst>
            <pc:docMk/>
            <pc:sldMk cId="2772404418" sldId="3217"/>
            <ac:grpSpMk id="274" creationId="{B2CACD6E-E314-C6EC-33D7-A42157BF152D}"/>
          </ac:grpSpMkLst>
        </pc:grpChg>
        <pc:picChg chg="add del">
          <ac:chgData name="Light, Ronald - US" userId="b1200e28-922e-4d71-8075-3814b9cb494f" providerId="ADAL" clId="{D3EFE3B2-41A2-47B3-B0F8-79EB28DBF18B}" dt="2026-08-20T15:35:16.732" v="9853" actId="22"/>
          <ac:picMkLst>
            <pc:docMk/>
            <pc:sldMk cId="2772404418" sldId="3217"/>
            <ac:picMk id="86" creationId="{D4AE5DA5-57E3-BFB7-5061-D9BCB23F8B47}"/>
          </ac:picMkLst>
        </pc:picChg>
        <pc:cxnChg chg="add del mod">
          <ac:chgData name="Light, Ronald - US" userId="b1200e28-922e-4d71-8075-3814b9cb494f" providerId="ADAL" clId="{D3EFE3B2-41A2-47B3-B0F8-79EB28DBF18B}" dt="2026-08-19T10:37:06.618" v="5134" actId="478"/>
          <ac:cxnSpMkLst>
            <pc:docMk/>
            <pc:sldMk cId="2772404418" sldId="3217"/>
            <ac:cxnSpMk id="9" creationId="{94C3BFDB-4598-D810-23D1-F79F6575CF01}"/>
          </ac:cxnSpMkLst>
        </pc:cxnChg>
        <pc:cxnChg chg="add del mod">
          <ac:chgData name="Light, Ronald - US" userId="b1200e28-922e-4d71-8075-3814b9cb494f" providerId="ADAL" clId="{D3EFE3B2-41A2-47B3-B0F8-79EB28DBF18B}" dt="2026-08-19T10:41:31.490" v="5213" actId="478"/>
          <ac:cxnSpMkLst>
            <pc:docMk/>
            <pc:sldMk cId="2772404418" sldId="3217"/>
            <ac:cxnSpMk id="23" creationId="{6D21CC34-DD19-0CCB-CAD1-81A413ECEF2A}"/>
          </ac:cxnSpMkLst>
        </pc:cxnChg>
        <pc:cxnChg chg="add mod">
          <ac:chgData name="Light, Ronald - US" userId="b1200e28-922e-4d71-8075-3814b9cb494f" providerId="ADAL" clId="{D3EFE3B2-41A2-47B3-B0F8-79EB28DBF18B}" dt="2026-08-19T13:16:53.613" v="6005" actId="164"/>
          <ac:cxnSpMkLst>
            <pc:docMk/>
            <pc:sldMk cId="2772404418" sldId="3217"/>
            <ac:cxnSpMk id="48" creationId="{E15095D9-09DE-6302-01B7-42AD16CED4B8}"/>
          </ac:cxnSpMkLst>
        </pc:cxnChg>
        <pc:cxnChg chg="mod topLvl">
          <ac:chgData name="Light, Ronald - US" userId="b1200e28-922e-4d71-8075-3814b9cb494f" providerId="ADAL" clId="{D3EFE3B2-41A2-47B3-B0F8-79EB28DBF18B}" dt="2026-08-19T10:24:18.385" v="5038" actId="14100"/>
          <ac:cxnSpMkLst>
            <pc:docMk/>
            <pc:sldMk cId="2772404418" sldId="3217"/>
            <ac:cxnSpMk id="92" creationId="{35FCCAB7-1485-1CAB-4D1A-454E4A07D332}"/>
          </ac:cxnSpMkLst>
        </pc:cxnChg>
        <pc:cxnChg chg="mod topLvl">
          <ac:chgData name="Light, Ronald - US" userId="b1200e28-922e-4d71-8075-3814b9cb494f" providerId="ADAL" clId="{D3EFE3B2-41A2-47B3-B0F8-79EB28DBF18B}" dt="2026-08-19T10:23:39.417" v="5033" actId="164"/>
          <ac:cxnSpMkLst>
            <pc:docMk/>
            <pc:sldMk cId="2772404418" sldId="3217"/>
            <ac:cxnSpMk id="104" creationId="{27CE5D1C-7536-CCC5-90DA-42B91B7C69FB}"/>
          </ac:cxnSpMkLst>
        </pc:cxnChg>
        <pc:cxnChg chg="mod topLvl">
          <ac:chgData name="Light, Ronald - US" userId="b1200e28-922e-4d71-8075-3814b9cb494f" providerId="ADAL" clId="{D3EFE3B2-41A2-47B3-B0F8-79EB28DBF18B}" dt="2026-08-19T10:23:39.417" v="5033" actId="164"/>
          <ac:cxnSpMkLst>
            <pc:docMk/>
            <pc:sldMk cId="2772404418" sldId="3217"/>
            <ac:cxnSpMk id="105" creationId="{AC341E2B-B830-4500-4926-C8053AD47412}"/>
          </ac:cxnSpMkLst>
        </pc:cxnChg>
        <pc:cxnChg chg="mod topLvl">
          <ac:chgData name="Light, Ronald - US" userId="b1200e28-922e-4d71-8075-3814b9cb494f" providerId="ADAL" clId="{D3EFE3B2-41A2-47B3-B0F8-79EB28DBF18B}" dt="2026-08-19T10:23:39.417" v="5033" actId="164"/>
          <ac:cxnSpMkLst>
            <pc:docMk/>
            <pc:sldMk cId="2772404418" sldId="3217"/>
            <ac:cxnSpMk id="106" creationId="{E07975E9-143B-132B-A680-77D9ADA53534}"/>
          </ac:cxnSpMkLst>
        </pc:cxnChg>
        <pc:cxnChg chg="mod topLvl">
          <ac:chgData name="Light, Ronald - US" userId="b1200e28-922e-4d71-8075-3814b9cb494f" providerId="ADAL" clId="{D3EFE3B2-41A2-47B3-B0F8-79EB28DBF18B}" dt="2026-08-19T10:23:39.417" v="5033" actId="164"/>
          <ac:cxnSpMkLst>
            <pc:docMk/>
            <pc:sldMk cId="2772404418" sldId="3217"/>
            <ac:cxnSpMk id="107" creationId="{69ADD7C1-3137-ADD1-CBB6-9688165ACF89}"/>
          </ac:cxnSpMkLst>
        </pc:cxnChg>
        <pc:cxnChg chg="mod topLvl">
          <ac:chgData name="Light, Ronald - US" userId="b1200e28-922e-4d71-8075-3814b9cb494f" providerId="ADAL" clId="{D3EFE3B2-41A2-47B3-B0F8-79EB28DBF18B}" dt="2026-08-19T10:23:39.417" v="5033" actId="164"/>
          <ac:cxnSpMkLst>
            <pc:docMk/>
            <pc:sldMk cId="2772404418" sldId="3217"/>
            <ac:cxnSpMk id="108" creationId="{07030C21-0ABE-CC38-A211-C2ABA13856DF}"/>
          </ac:cxnSpMkLst>
        </pc:cxnChg>
        <pc:cxnChg chg="mod topLvl">
          <ac:chgData name="Light, Ronald - US" userId="b1200e28-922e-4d71-8075-3814b9cb494f" providerId="ADAL" clId="{D3EFE3B2-41A2-47B3-B0F8-79EB28DBF18B}" dt="2026-08-19T10:23:39.417" v="5033" actId="164"/>
          <ac:cxnSpMkLst>
            <pc:docMk/>
            <pc:sldMk cId="2772404418" sldId="3217"/>
            <ac:cxnSpMk id="109" creationId="{66C978BF-4532-8DDC-DD51-78DE708E2A33}"/>
          </ac:cxnSpMkLst>
        </pc:cxnChg>
        <pc:cxnChg chg="mod topLvl">
          <ac:chgData name="Light, Ronald - US" userId="b1200e28-922e-4d71-8075-3814b9cb494f" providerId="ADAL" clId="{D3EFE3B2-41A2-47B3-B0F8-79EB28DBF18B}" dt="2026-08-19T10:23:39.417" v="5033" actId="164"/>
          <ac:cxnSpMkLst>
            <pc:docMk/>
            <pc:sldMk cId="2772404418" sldId="3217"/>
            <ac:cxnSpMk id="110" creationId="{0729574A-0764-A047-8374-8012A8D7111D}"/>
          </ac:cxnSpMkLst>
        </pc:cxnChg>
        <pc:cxnChg chg="mod">
          <ac:chgData name="Light, Ronald - US" userId="b1200e28-922e-4d71-8075-3814b9cb494f" providerId="ADAL" clId="{D3EFE3B2-41A2-47B3-B0F8-79EB28DBF18B}" dt="2026-08-19T10:17:48.978" v="4759" actId="165"/>
          <ac:cxnSpMkLst>
            <pc:docMk/>
            <pc:sldMk cId="2772404418" sldId="3217"/>
            <ac:cxnSpMk id="170" creationId="{4386AFA4-FBA4-E1FF-8576-B3A0170701B7}"/>
          </ac:cxnSpMkLst>
        </pc:cxnChg>
        <pc:cxnChg chg="mod">
          <ac:chgData name="Light, Ronald - US" userId="b1200e28-922e-4d71-8075-3814b9cb494f" providerId="ADAL" clId="{D3EFE3B2-41A2-47B3-B0F8-79EB28DBF18B}" dt="2026-08-19T10:17:48.978" v="4759" actId="165"/>
          <ac:cxnSpMkLst>
            <pc:docMk/>
            <pc:sldMk cId="2772404418" sldId="3217"/>
            <ac:cxnSpMk id="175" creationId="{3A88E73C-6898-F62C-88E8-DDCD6590CE88}"/>
          </ac:cxnSpMkLst>
        </pc:cxnChg>
        <pc:cxnChg chg="add del mod">
          <ac:chgData name="Light, Ronald - US" userId="b1200e28-922e-4d71-8075-3814b9cb494f" providerId="ADAL" clId="{D3EFE3B2-41A2-47B3-B0F8-79EB28DBF18B}" dt="2026-08-19T10:41:29.844" v="5212" actId="478"/>
          <ac:cxnSpMkLst>
            <pc:docMk/>
            <pc:sldMk cId="2772404418" sldId="3217"/>
            <ac:cxnSpMk id="229" creationId="{5F41CD4C-B4FD-C971-0B61-BD67ADD5E50D}"/>
          </ac:cxnSpMkLst>
        </pc:cxnChg>
        <pc:cxnChg chg="add del mod">
          <ac:chgData name="Light, Ronald - US" userId="b1200e28-922e-4d71-8075-3814b9cb494f" providerId="ADAL" clId="{D3EFE3B2-41A2-47B3-B0F8-79EB28DBF18B}" dt="2026-08-19T10:41:28.003" v="5211" actId="478"/>
          <ac:cxnSpMkLst>
            <pc:docMk/>
            <pc:sldMk cId="2772404418" sldId="3217"/>
            <ac:cxnSpMk id="236" creationId="{2A08F2A3-7564-0233-02AE-AE74A7625088}"/>
          </ac:cxnSpMkLst>
        </pc:cxnChg>
      </pc:sldChg>
      <pc:sldMasterChg chg="modSp mod">
        <pc:chgData name="Light, Ronald - US" userId="b1200e28-922e-4d71-8075-3814b9cb494f" providerId="ADAL" clId="{D3EFE3B2-41A2-47B3-B0F8-79EB28DBF18B}" dt="2026-08-17T17:44:29.415" v="12" actId="1035"/>
        <pc:sldMasterMkLst>
          <pc:docMk/>
          <pc:sldMasterMk cId="2952803636" sldId="2147483648"/>
        </pc:sldMasterMkLst>
        <pc:spChg chg="mod">
          <ac:chgData name="Light, Ronald - US" userId="b1200e28-922e-4d71-8075-3814b9cb494f" providerId="ADAL" clId="{D3EFE3B2-41A2-47B3-B0F8-79EB28DBF18B}" dt="2026-08-17T17:44:29.415" v="12" actId="1035"/>
          <ac:spMkLst>
            <pc:docMk/>
            <pc:sldMasterMk cId="2952803636" sldId="2147483648"/>
            <ac:spMk id="11" creationId="{6F23970B-A370-0AF8-0891-37CA30F4F80D}"/>
          </ac:spMkLst>
        </pc:spChg>
        <pc:picChg chg="mod">
          <ac:chgData name="Light, Ronald - US" userId="b1200e28-922e-4d71-8075-3814b9cb494f" providerId="ADAL" clId="{D3EFE3B2-41A2-47B3-B0F8-79EB28DBF18B}" dt="2026-08-17T17:44:08.728" v="4" actId="14100"/>
          <ac:picMkLst>
            <pc:docMk/>
            <pc:sldMasterMk cId="2952803636" sldId="2147483648"/>
            <ac:picMk id="7" creationId="{CD870CE1-200B-EC56-0DA3-F181AD007B98}"/>
          </ac:picMkLst>
        </pc:picChg>
      </pc:sldMasterChg>
    </pc:docChg>
  </pc:docChgLst>
  <pc:docChgLst>
    <pc:chgData name="Light, Ronald - US" userId="S::ronald.light@caci.com::b1200e28-922e-4d71-8075-3814b9cb494f" providerId="AD" clId="Web-{D4C093FF-C25D-74FA-2C47-D907EFC6182F}"/>
    <pc:docChg chg="delSld">
      <pc:chgData name="Light, Ronald - US" userId="S::ronald.light@caci.com::b1200e28-922e-4d71-8075-3814b9cb494f" providerId="AD" clId="Web-{D4C093FF-C25D-74FA-2C47-D907EFC6182F}" dt="2026-08-20T16:07:16.148" v="0"/>
      <pc:docMkLst>
        <pc:docMk/>
      </pc:docMkLst>
      <pc:sldChg chg="del">
        <pc:chgData name="Light, Ronald - US" userId="S::ronald.light@caci.com::b1200e28-922e-4d71-8075-3814b9cb494f" providerId="AD" clId="Web-{D4C093FF-C25D-74FA-2C47-D907EFC6182F}" dt="2026-08-20T16:07:16.148" v="0"/>
        <pc:sldMkLst>
          <pc:docMk/>
          <pc:sldMk cId="2516441946" sldId="321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1E30397-8284-0F57-EE5C-B87198FA7BF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CE4F286-9547-2C1E-091B-6D9026EEBD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E154D1C-1D23-401B-A2BD-24822C986F75}" type="datetimeFigureOut">
              <a:rPr lang="en-US" smtClean="0"/>
              <a:t>8/20/2026</a:t>
            </a:fld>
            <a:endParaRPr lang="en-US"/>
          </a:p>
        </p:txBody>
      </p:sp>
      <p:sp>
        <p:nvSpPr>
          <p:cNvPr id="4" name="Footer Placeholder 3">
            <a:extLst>
              <a:ext uri="{FF2B5EF4-FFF2-40B4-BE49-F238E27FC236}">
                <a16:creationId xmlns:a16="http://schemas.microsoft.com/office/drawing/2014/main" id="{72FB077C-3AAF-71E1-98DF-FEB0880681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A340058-0277-1F0E-2A15-072829F6A1F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5D52E4-378C-4151-BD68-3DE16C47BA13}" type="slidenum">
              <a:rPr lang="en-US" smtClean="0"/>
              <a:t>‹#›</a:t>
            </a:fld>
            <a:endParaRPr lang="en-US"/>
          </a:p>
        </p:txBody>
      </p:sp>
    </p:spTree>
    <p:extLst>
      <p:ext uri="{BB962C8B-B14F-4D97-AF65-F5344CB8AC3E}">
        <p14:creationId xmlns:p14="http://schemas.microsoft.com/office/powerpoint/2010/main" val="2048741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95E6D9-B04A-4A68-8A51-0C8E6496B8B9}"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AC5985-4407-449C-A859-064E529928A4}" type="slidenum">
              <a:rPr lang="en-US" smtClean="0"/>
              <a:t>‹#›</a:t>
            </a:fld>
            <a:endParaRPr lang="en-US"/>
          </a:p>
        </p:txBody>
      </p:sp>
    </p:spTree>
    <p:extLst>
      <p:ext uri="{BB962C8B-B14F-4D97-AF65-F5344CB8AC3E}">
        <p14:creationId xmlns:p14="http://schemas.microsoft.com/office/powerpoint/2010/main" val="4017441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E2132-AB8F-A0F7-7384-7FC2A339DB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B05F8E-2024-0D13-7748-57656B4269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478F33-BACE-EFC9-4224-D0964769CD0D}"/>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5" name="Footer Placeholder 4">
            <a:extLst>
              <a:ext uri="{FF2B5EF4-FFF2-40B4-BE49-F238E27FC236}">
                <a16:creationId xmlns:a16="http://schemas.microsoft.com/office/drawing/2014/main" id="{EB604E3B-2D96-7C78-CE43-2DF7631DE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3EABD-187D-619F-EF6B-DF9265F59129}"/>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7801603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FC3C3-2DF9-4919-4DAE-5E33A1DD4A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84276F-53E6-1BD4-13EE-38581E56D3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94B186-4961-8E54-5919-8A8C120C15A5}"/>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5" name="Footer Placeholder 4">
            <a:extLst>
              <a:ext uri="{FF2B5EF4-FFF2-40B4-BE49-F238E27FC236}">
                <a16:creationId xmlns:a16="http://schemas.microsoft.com/office/drawing/2014/main" id="{36D39FEB-CA15-5556-739D-C2F34C005A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8384D-F543-AACA-67D1-FC5FC05CAF9F}"/>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1992775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F17F3-6CD0-3008-E005-9F5369D1F6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B3E59B-0466-89CE-B008-E1ADA3684F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08C09-DB3D-BD9F-60D1-F41F788339AD}"/>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5" name="Footer Placeholder 4">
            <a:extLst>
              <a:ext uri="{FF2B5EF4-FFF2-40B4-BE49-F238E27FC236}">
                <a16:creationId xmlns:a16="http://schemas.microsoft.com/office/drawing/2014/main" id="{0F4644B9-1488-C66C-1CD3-F4B7CC44EC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972D34-F7D5-635B-6295-9F48009177DC}"/>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3662270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C0627-4A10-9D1B-D6A6-6916A0313E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BEF946-BE61-BD37-89B9-5D93C99D34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E9078A-E0B6-AED6-FB61-F1C3FA3FAA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28E464-994F-4A80-E312-48EA848BC7E3}"/>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6" name="Footer Placeholder 5">
            <a:extLst>
              <a:ext uri="{FF2B5EF4-FFF2-40B4-BE49-F238E27FC236}">
                <a16:creationId xmlns:a16="http://schemas.microsoft.com/office/drawing/2014/main" id="{05A73D64-5CEB-A179-8CA7-E1EE99667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42EF0D-EA27-7447-B65A-B306A213D81A}"/>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336020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6DB63-49B3-FB20-0680-E8285403D2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F02036-F0D0-F8FC-BDF3-21FBACFB3F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2D2155-E8FC-1C17-7E42-7F30F1DC2E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A3DC50-3F51-A4C3-861C-2A47B17D5A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0A9F69-754B-80A2-BA6D-EDC8AB8683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5B6507-537E-2C70-3F86-1FC844948190}"/>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8" name="Footer Placeholder 7">
            <a:extLst>
              <a:ext uri="{FF2B5EF4-FFF2-40B4-BE49-F238E27FC236}">
                <a16:creationId xmlns:a16="http://schemas.microsoft.com/office/drawing/2014/main" id="{EBD3A131-60A2-7C01-E292-E8FDA75873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3969C5-3518-4AA7-9214-57B5F5964200}"/>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1807158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50A60-CBF6-CA29-714D-0C01A28C2C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3B25CF-E4AD-5B35-DCA6-242ACF5A0068}"/>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4" name="Footer Placeholder 3">
            <a:extLst>
              <a:ext uri="{FF2B5EF4-FFF2-40B4-BE49-F238E27FC236}">
                <a16:creationId xmlns:a16="http://schemas.microsoft.com/office/drawing/2014/main" id="{95457429-864D-8F6C-E8B9-4CF84EA0F8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737059-80E9-6A12-901D-1A2A4228F573}"/>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787704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CCF93F-6B8C-D67D-377A-BA8D6E02FE05}"/>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3" name="Footer Placeholder 2">
            <a:extLst>
              <a:ext uri="{FF2B5EF4-FFF2-40B4-BE49-F238E27FC236}">
                <a16:creationId xmlns:a16="http://schemas.microsoft.com/office/drawing/2014/main" id="{1224A554-9A89-D9B5-A4FE-391620B6B4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9CDF5E-AA6A-21BD-F5A2-85942B3F84C8}"/>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312268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E58B-A7A1-EDD0-D15C-C9E4FD6AE5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61D95C-6629-74E5-08DC-D70A45C68F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5D616C-30ED-CB1D-2C8C-47A335A1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B154C-CBCC-5ADE-E435-892D69DFBB48}"/>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6" name="Footer Placeholder 5">
            <a:extLst>
              <a:ext uri="{FF2B5EF4-FFF2-40B4-BE49-F238E27FC236}">
                <a16:creationId xmlns:a16="http://schemas.microsoft.com/office/drawing/2014/main" id="{49563563-8330-9769-084A-87256137DE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6123A8-33C0-9B2F-1A42-CECB7F5025A6}"/>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3926646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0DBE3-EC9B-D65F-FEC9-44F1B0AF9D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4BE838-60A0-A0B2-059B-97DD002E7E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2C704F-D175-23D0-A724-39D635718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26426-7DCF-1255-8656-18E078531377}"/>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6" name="Footer Placeholder 5">
            <a:extLst>
              <a:ext uri="{FF2B5EF4-FFF2-40B4-BE49-F238E27FC236}">
                <a16:creationId xmlns:a16="http://schemas.microsoft.com/office/drawing/2014/main" id="{67C245ED-3F07-8FFF-4134-35FF2AFDAA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8C6611-A5D5-D29A-2E81-53100C5D616D}"/>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1931686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A023D-5F59-C5C3-487B-00B289DF25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644FC2-DAB8-62AA-5227-CF50318C85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381E32-B159-E782-43C5-02419D3CE278}"/>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5" name="Footer Placeholder 4">
            <a:extLst>
              <a:ext uri="{FF2B5EF4-FFF2-40B4-BE49-F238E27FC236}">
                <a16:creationId xmlns:a16="http://schemas.microsoft.com/office/drawing/2014/main" id="{08883537-A7F7-E6FE-0D19-3D4D0E5D6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5A2332-B33A-834D-68A3-251B12B291B9}"/>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1186295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999DAD-138F-FBC4-6BAB-E53CA5D05D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4C67A3-CA09-28DD-9168-54703DE60B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F26FD1-968A-CBB9-9335-D59099B29D13}"/>
              </a:ext>
            </a:extLst>
          </p:cNvPr>
          <p:cNvSpPr>
            <a:spLocks noGrp="1"/>
          </p:cNvSpPr>
          <p:nvPr>
            <p:ph type="dt" sz="half" idx="10"/>
          </p:nvPr>
        </p:nvSpPr>
        <p:spPr/>
        <p:txBody>
          <a:bodyPr/>
          <a:lstStyle/>
          <a:p>
            <a:fld id="{9FC55996-2D1A-4607-BDC1-3565E48FEF1A}" type="datetimeFigureOut">
              <a:rPr lang="en-US" smtClean="0"/>
              <a:t>8/20/2026</a:t>
            </a:fld>
            <a:endParaRPr lang="en-US"/>
          </a:p>
        </p:txBody>
      </p:sp>
      <p:sp>
        <p:nvSpPr>
          <p:cNvPr id="5" name="Footer Placeholder 4">
            <a:extLst>
              <a:ext uri="{FF2B5EF4-FFF2-40B4-BE49-F238E27FC236}">
                <a16:creationId xmlns:a16="http://schemas.microsoft.com/office/drawing/2014/main" id="{D6BEAB09-2198-5599-F3DC-A2F99F0B5C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93608B-AD76-D0D1-8074-436F785A0647}"/>
              </a:ext>
            </a:extLst>
          </p:cNvPr>
          <p:cNvSpPr>
            <a:spLocks noGrp="1"/>
          </p:cNvSpPr>
          <p:nvPr>
            <p:ph type="sldNum" sz="quarter" idx="12"/>
          </p:nvPr>
        </p:nvSpPr>
        <p:spPr/>
        <p:txBody>
          <a:bodyPr/>
          <a:lstStyle/>
          <a:p>
            <a:fld id="{8E33350F-42B4-4DCD-A07C-DE1A9AD33522}" type="slidenum">
              <a:rPr lang="en-US" smtClean="0"/>
              <a:t>‹#›</a:t>
            </a:fld>
            <a:endParaRPr lang="en-US"/>
          </a:p>
        </p:txBody>
      </p:sp>
    </p:spTree>
    <p:extLst>
      <p:ext uri="{BB962C8B-B14F-4D97-AF65-F5344CB8AC3E}">
        <p14:creationId xmlns:p14="http://schemas.microsoft.com/office/powerpoint/2010/main" val="543867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6D6608-7AA4-1F4E-C671-5C9D0F60B8E9}"/>
              </a:ext>
            </a:extLst>
          </p:cNvPr>
          <p:cNvSpPr>
            <a:spLocks noGrp="1"/>
          </p:cNvSpPr>
          <p:nvPr>
            <p:ph type="title"/>
          </p:nvPr>
        </p:nvSpPr>
        <p:spPr>
          <a:xfrm>
            <a:off x="634181" y="62787"/>
            <a:ext cx="10943303" cy="69675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A034D22-1BB7-BD54-1B6A-EE9D2D97FD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9E6445-943C-EA23-E18B-B37A8F0820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C55996-2D1A-4607-BDC1-3565E48FEF1A}" type="datetimeFigureOut">
              <a:rPr lang="en-US" smtClean="0"/>
              <a:t>8/20/2026</a:t>
            </a:fld>
            <a:endParaRPr lang="en-US"/>
          </a:p>
        </p:txBody>
      </p:sp>
      <p:sp>
        <p:nvSpPr>
          <p:cNvPr id="5" name="Footer Placeholder 4">
            <a:extLst>
              <a:ext uri="{FF2B5EF4-FFF2-40B4-BE49-F238E27FC236}">
                <a16:creationId xmlns:a16="http://schemas.microsoft.com/office/drawing/2014/main" id="{986CF72F-1148-5360-7332-839D2375AF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427472-25A4-FB6D-AB11-02087D9AD2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33350F-42B4-4DCD-A07C-DE1A9AD33522}" type="slidenum">
              <a:rPr lang="en-US" smtClean="0"/>
              <a:t>‹#›</a:t>
            </a:fld>
            <a:endParaRPr lang="en-US"/>
          </a:p>
        </p:txBody>
      </p:sp>
      <p:sp>
        <p:nvSpPr>
          <p:cNvPr id="11" name="Rectangle 10">
            <a:extLst>
              <a:ext uri="{FF2B5EF4-FFF2-40B4-BE49-F238E27FC236}">
                <a16:creationId xmlns:a16="http://schemas.microsoft.com/office/drawing/2014/main" id="{6F23970B-A370-0AF8-0891-37CA30F4F80D}"/>
              </a:ext>
            </a:extLst>
          </p:cNvPr>
          <p:cNvSpPr/>
          <p:nvPr userDrawn="1"/>
        </p:nvSpPr>
        <p:spPr>
          <a:xfrm>
            <a:off x="355106" y="698746"/>
            <a:ext cx="11222377" cy="117094"/>
          </a:xfrm>
          <a:prstGeom prst="rect">
            <a:avLst/>
          </a:prstGeom>
          <a:gradFill flip="none" rotWithShape="1">
            <a:gsLst>
              <a:gs pos="73000">
                <a:schemeClr val="tx2">
                  <a:lumMod val="50000"/>
                  <a:lumOff val="50000"/>
                </a:schemeClr>
              </a:gs>
              <a:gs pos="31000">
                <a:srgbClr val="1A497E"/>
              </a:gs>
            </a:gsLst>
            <a:lin ang="2700000" scaled="1"/>
            <a:tileRect/>
          </a:gra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D870CE1-200B-EC56-0DA3-F181AD007B98}"/>
              </a:ext>
            </a:extLst>
          </p:cNvPr>
          <p:cNvPicPr>
            <a:picLocks noChangeAspect="1"/>
          </p:cNvPicPr>
          <p:nvPr userDrawn="1"/>
        </p:nvPicPr>
        <p:blipFill>
          <a:blip r:embed="rId13"/>
          <a:stretch>
            <a:fillRect/>
          </a:stretch>
        </p:blipFill>
        <p:spPr>
          <a:xfrm>
            <a:off x="10701259" y="26813"/>
            <a:ext cx="1487027" cy="1487027"/>
          </a:xfrm>
          <a:prstGeom prst="rect">
            <a:avLst/>
          </a:prstGeom>
        </p:spPr>
      </p:pic>
    </p:spTree>
    <p:extLst>
      <p:ext uri="{BB962C8B-B14F-4D97-AF65-F5344CB8AC3E}">
        <p14:creationId xmlns:p14="http://schemas.microsoft.com/office/powerpoint/2010/main" val="2952803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36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6D7B-AB9C-90B4-DFF3-DAF3908BE3C0}"/>
            </a:ext>
          </a:extLst>
        </p:cNvPr>
        <p:cNvGrpSpPr/>
        <p:nvPr/>
      </p:nvGrpSpPr>
      <p:grpSpPr>
        <a:xfrm>
          <a:off x="0" y="0"/>
          <a:ext cx="0" cy="0"/>
          <a:chOff x="0" y="0"/>
          <a:chExt cx="0" cy="0"/>
        </a:xfrm>
      </p:grpSpPr>
      <p:sp>
        <p:nvSpPr>
          <p:cNvPr id="306" name="TextBox 305">
            <a:extLst>
              <a:ext uri="{FF2B5EF4-FFF2-40B4-BE49-F238E27FC236}">
                <a16:creationId xmlns:a16="http://schemas.microsoft.com/office/drawing/2014/main" id="{5EC456EC-F5D9-21AB-4106-C82E5627AAB2}"/>
              </a:ext>
            </a:extLst>
          </p:cNvPr>
          <p:cNvSpPr txBox="1"/>
          <p:nvPr/>
        </p:nvSpPr>
        <p:spPr>
          <a:xfrm>
            <a:off x="2209803" y="31397"/>
            <a:ext cx="7816133" cy="646331"/>
          </a:xfrm>
          <a:prstGeom prst="rect">
            <a:avLst/>
          </a:prstGeom>
          <a:noFill/>
        </p:spPr>
        <p:txBody>
          <a:bodyPr wrap="square" rtlCol="0">
            <a:spAutoFit/>
          </a:bodyPr>
          <a:lstStyle/>
          <a:p>
            <a:pPr algn="ctr"/>
            <a:r>
              <a:rPr lang="en-US" sz="3600" b="1" dirty="0">
                <a:solidFill>
                  <a:srgbClr val="1A497E"/>
                </a:solidFill>
                <a:latin typeface="Calibri" panose="020F0502020204030204" pitchFamily="34" charset="0"/>
                <a:ea typeface="Calibri" panose="020F0502020204030204" pitchFamily="34" charset="0"/>
                <a:cs typeface="Calibri" panose="020F0502020204030204" pitchFamily="34" charset="0"/>
              </a:rPr>
              <a:t>P&amp;P Plan Review &amp; Assessment Process</a:t>
            </a:r>
            <a:endParaRPr lang="en-US" sz="1000" b="1" dirty="0">
              <a:solidFill>
                <a:srgbClr val="1A497E"/>
              </a:solidFill>
              <a:latin typeface="Calibri" panose="020F0502020204030204" pitchFamily="34" charset="0"/>
              <a:ea typeface="Calibri" panose="020F0502020204030204" pitchFamily="34" charset="0"/>
              <a:cs typeface="Calibri" panose="020F0502020204030204" pitchFamily="34" charset="0"/>
            </a:endParaRPr>
          </a:p>
        </p:txBody>
      </p:sp>
      <p:grpSp>
        <p:nvGrpSpPr>
          <p:cNvPr id="256" name="Group 255">
            <a:extLst>
              <a:ext uri="{FF2B5EF4-FFF2-40B4-BE49-F238E27FC236}">
                <a16:creationId xmlns:a16="http://schemas.microsoft.com/office/drawing/2014/main" id="{FD55B588-35C7-0FE7-D60C-A38B0D4C2DF4}"/>
              </a:ext>
            </a:extLst>
          </p:cNvPr>
          <p:cNvGrpSpPr/>
          <p:nvPr/>
        </p:nvGrpSpPr>
        <p:grpSpPr>
          <a:xfrm>
            <a:off x="7943963" y="2004489"/>
            <a:ext cx="3759968" cy="2113804"/>
            <a:chOff x="7924803" y="1380511"/>
            <a:chExt cx="3759968" cy="2113804"/>
          </a:xfrm>
        </p:grpSpPr>
        <p:sp>
          <p:nvSpPr>
            <p:cNvPr id="239" name="Rectangle: Rounded Corners 238">
              <a:extLst>
                <a:ext uri="{FF2B5EF4-FFF2-40B4-BE49-F238E27FC236}">
                  <a16:creationId xmlns:a16="http://schemas.microsoft.com/office/drawing/2014/main" id="{F7809A1F-EA6C-10EF-2CCC-0F1B33BF8E0A}"/>
                </a:ext>
              </a:extLst>
            </p:cNvPr>
            <p:cNvSpPr/>
            <p:nvPr/>
          </p:nvSpPr>
          <p:spPr>
            <a:xfrm>
              <a:off x="7924803" y="1380511"/>
              <a:ext cx="3759968" cy="2113804"/>
            </a:xfrm>
            <a:prstGeom prst="roundRect">
              <a:avLst/>
            </a:prstGeom>
            <a:gradFill>
              <a:gsLst>
                <a:gs pos="0">
                  <a:schemeClr val="accent6">
                    <a:lumMod val="5000"/>
                    <a:lumOff val="95000"/>
                  </a:schemeClr>
                </a:gs>
                <a:gs pos="51000">
                  <a:schemeClr val="bg1">
                    <a:lumMod val="95000"/>
                  </a:schemeClr>
                </a:gs>
                <a:gs pos="100000">
                  <a:schemeClr val="bg1">
                    <a:lumMod val="85000"/>
                  </a:schemeClr>
                </a:gs>
              </a:gsLst>
              <a:lin ang="5400000" scaled="1"/>
            </a:gradFill>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0" name="Group 239">
              <a:extLst>
                <a:ext uri="{FF2B5EF4-FFF2-40B4-BE49-F238E27FC236}">
                  <a16:creationId xmlns:a16="http://schemas.microsoft.com/office/drawing/2014/main" id="{1C0C614A-5BAF-2F5C-D765-6B502B366B37}"/>
                </a:ext>
              </a:extLst>
            </p:cNvPr>
            <p:cNvGrpSpPr/>
            <p:nvPr/>
          </p:nvGrpSpPr>
          <p:grpSpPr>
            <a:xfrm>
              <a:off x="8094779" y="1658096"/>
              <a:ext cx="3377119" cy="1296075"/>
              <a:chOff x="8299704" y="2123400"/>
              <a:chExt cx="3377119" cy="1296075"/>
            </a:xfrm>
          </p:grpSpPr>
          <p:grpSp>
            <p:nvGrpSpPr>
              <p:cNvPr id="7" name="Group 6">
                <a:extLst>
                  <a:ext uri="{FF2B5EF4-FFF2-40B4-BE49-F238E27FC236}">
                    <a16:creationId xmlns:a16="http://schemas.microsoft.com/office/drawing/2014/main" id="{9CC4AE61-C909-F7FB-09E4-19A63568174A}"/>
                  </a:ext>
                </a:extLst>
              </p:cNvPr>
              <p:cNvGrpSpPr/>
              <p:nvPr/>
            </p:nvGrpSpPr>
            <p:grpSpPr>
              <a:xfrm>
                <a:off x="8299704" y="2123400"/>
                <a:ext cx="3377119" cy="1296075"/>
                <a:chOff x="8299704" y="1904325"/>
                <a:chExt cx="3377119" cy="1524675"/>
              </a:xfrm>
            </p:grpSpPr>
            <p:sp>
              <p:nvSpPr>
                <p:cNvPr id="95" name="TextBox 94">
                  <a:extLst>
                    <a:ext uri="{FF2B5EF4-FFF2-40B4-BE49-F238E27FC236}">
                      <a16:creationId xmlns:a16="http://schemas.microsoft.com/office/drawing/2014/main" id="{96D024DD-FBE3-EF33-063E-13DF102111DF}"/>
                    </a:ext>
                  </a:extLst>
                </p:cNvPr>
                <p:cNvSpPr txBox="1"/>
                <p:nvPr/>
              </p:nvSpPr>
              <p:spPr>
                <a:xfrm>
                  <a:off x="8299704" y="1904325"/>
                  <a:ext cx="360996" cy="271546"/>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Aug</a:t>
                  </a:r>
                </a:p>
              </p:txBody>
            </p:sp>
            <p:sp>
              <p:nvSpPr>
                <p:cNvPr id="97" name="TextBox 96">
                  <a:extLst>
                    <a:ext uri="{FF2B5EF4-FFF2-40B4-BE49-F238E27FC236}">
                      <a16:creationId xmlns:a16="http://schemas.microsoft.com/office/drawing/2014/main" id="{28FC3CE1-06B2-234C-71EB-70CB8BB96B16}"/>
                    </a:ext>
                  </a:extLst>
                </p:cNvPr>
                <p:cNvSpPr txBox="1"/>
                <p:nvPr/>
              </p:nvSpPr>
              <p:spPr>
                <a:xfrm>
                  <a:off x="10870752" y="1904325"/>
                  <a:ext cx="352982" cy="271546"/>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Feb</a:t>
                  </a:r>
                </a:p>
              </p:txBody>
            </p:sp>
            <p:sp>
              <p:nvSpPr>
                <p:cNvPr id="98" name="TextBox 97">
                  <a:extLst>
                    <a:ext uri="{FF2B5EF4-FFF2-40B4-BE49-F238E27FC236}">
                      <a16:creationId xmlns:a16="http://schemas.microsoft.com/office/drawing/2014/main" id="{71E187F2-2308-171E-882D-FE4DC4D6E0B2}"/>
                    </a:ext>
                  </a:extLst>
                </p:cNvPr>
                <p:cNvSpPr txBox="1"/>
                <p:nvPr/>
              </p:nvSpPr>
              <p:spPr>
                <a:xfrm>
                  <a:off x="10030300" y="1904325"/>
                  <a:ext cx="362600" cy="271546"/>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Dec</a:t>
                  </a:r>
                </a:p>
              </p:txBody>
            </p:sp>
            <p:sp>
              <p:nvSpPr>
                <p:cNvPr id="99" name="TextBox 98">
                  <a:extLst>
                    <a:ext uri="{FF2B5EF4-FFF2-40B4-BE49-F238E27FC236}">
                      <a16:creationId xmlns:a16="http://schemas.microsoft.com/office/drawing/2014/main" id="{5C5CB3E1-D1CC-BF1C-2FB9-21685B4004E1}"/>
                    </a:ext>
                  </a:extLst>
                </p:cNvPr>
                <p:cNvSpPr txBox="1"/>
                <p:nvPr/>
              </p:nvSpPr>
              <p:spPr>
                <a:xfrm>
                  <a:off x="9165804" y="1904325"/>
                  <a:ext cx="348172" cy="271546"/>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Oct</a:t>
                  </a:r>
                </a:p>
              </p:txBody>
            </p:sp>
            <p:sp>
              <p:nvSpPr>
                <p:cNvPr id="100" name="TextBox 99">
                  <a:extLst>
                    <a:ext uri="{FF2B5EF4-FFF2-40B4-BE49-F238E27FC236}">
                      <a16:creationId xmlns:a16="http://schemas.microsoft.com/office/drawing/2014/main" id="{836466ED-5431-14D9-D4FB-DA223AC702DC}"/>
                    </a:ext>
                  </a:extLst>
                </p:cNvPr>
                <p:cNvSpPr txBox="1"/>
                <p:nvPr/>
              </p:nvSpPr>
              <p:spPr>
                <a:xfrm>
                  <a:off x="8738364" y="1904325"/>
                  <a:ext cx="351378" cy="271546"/>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Sep</a:t>
                  </a:r>
                </a:p>
              </p:txBody>
            </p:sp>
            <p:sp>
              <p:nvSpPr>
                <p:cNvPr id="101" name="TextBox 100">
                  <a:extLst>
                    <a:ext uri="{FF2B5EF4-FFF2-40B4-BE49-F238E27FC236}">
                      <a16:creationId xmlns:a16="http://schemas.microsoft.com/office/drawing/2014/main" id="{208503C4-3263-52BA-5742-EAEB7A3719A8}"/>
                    </a:ext>
                  </a:extLst>
                </p:cNvPr>
                <p:cNvSpPr txBox="1"/>
                <p:nvPr/>
              </p:nvSpPr>
              <p:spPr>
                <a:xfrm>
                  <a:off x="9585228" y="1904325"/>
                  <a:ext cx="370614" cy="271546"/>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Nov</a:t>
                  </a:r>
                </a:p>
              </p:txBody>
            </p:sp>
            <p:sp>
              <p:nvSpPr>
                <p:cNvPr id="102" name="TextBox 101">
                  <a:extLst>
                    <a:ext uri="{FF2B5EF4-FFF2-40B4-BE49-F238E27FC236}">
                      <a16:creationId xmlns:a16="http://schemas.microsoft.com/office/drawing/2014/main" id="{0A208922-AF19-8BAB-F15A-BD227EB38861}"/>
                    </a:ext>
                  </a:extLst>
                </p:cNvPr>
                <p:cNvSpPr txBox="1"/>
                <p:nvPr/>
              </p:nvSpPr>
              <p:spPr>
                <a:xfrm>
                  <a:off x="10465754" y="1904325"/>
                  <a:ext cx="332142" cy="271546"/>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Jan</a:t>
                  </a:r>
                </a:p>
              </p:txBody>
            </p:sp>
            <p:grpSp>
              <p:nvGrpSpPr>
                <p:cNvPr id="4" name="Group 3">
                  <a:extLst>
                    <a:ext uri="{FF2B5EF4-FFF2-40B4-BE49-F238E27FC236}">
                      <a16:creationId xmlns:a16="http://schemas.microsoft.com/office/drawing/2014/main" id="{C0BEDA74-3FB3-CDE7-0CC2-56D7369289BA}"/>
                    </a:ext>
                  </a:extLst>
                </p:cNvPr>
                <p:cNvGrpSpPr/>
                <p:nvPr/>
              </p:nvGrpSpPr>
              <p:grpSpPr>
                <a:xfrm>
                  <a:off x="8496232" y="2099458"/>
                  <a:ext cx="3017098" cy="1329542"/>
                  <a:chOff x="8496232" y="2079286"/>
                  <a:chExt cx="3017098" cy="1416950"/>
                </a:xfrm>
              </p:grpSpPr>
              <p:cxnSp>
                <p:nvCxnSpPr>
                  <p:cNvPr id="104" name="Straight Connector 103">
                    <a:extLst>
                      <a:ext uri="{FF2B5EF4-FFF2-40B4-BE49-F238E27FC236}">
                        <a16:creationId xmlns:a16="http://schemas.microsoft.com/office/drawing/2014/main" id="{27CE5D1C-7536-CCC5-90DA-42B91B7C69FB}"/>
                      </a:ext>
                    </a:extLst>
                  </p:cNvPr>
                  <p:cNvCxnSpPr>
                    <a:cxnSpLocks/>
                  </p:cNvCxnSpPr>
                  <p:nvPr/>
                </p:nvCxnSpPr>
                <p:spPr>
                  <a:xfrm>
                    <a:off x="8496232" y="2079286"/>
                    <a:ext cx="6412" cy="1416950"/>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66C978BF-4532-8DDC-DD51-78DE708E2A33}"/>
                      </a:ext>
                    </a:extLst>
                  </p:cNvPr>
                  <p:cNvCxnSpPr>
                    <a:cxnSpLocks/>
                  </p:cNvCxnSpPr>
                  <p:nvPr/>
                </p:nvCxnSpPr>
                <p:spPr>
                  <a:xfrm flipH="1">
                    <a:off x="11064167" y="2079286"/>
                    <a:ext cx="3021" cy="1410947"/>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69ADD7C1-3137-ADD1-CBB6-9688165ACF89}"/>
                      </a:ext>
                    </a:extLst>
                  </p:cNvPr>
                  <p:cNvCxnSpPr>
                    <a:cxnSpLocks/>
                  </p:cNvCxnSpPr>
                  <p:nvPr/>
                </p:nvCxnSpPr>
                <p:spPr>
                  <a:xfrm flipH="1">
                    <a:off x="10228323" y="2079286"/>
                    <a:ext cx="217" cy="1410946"/>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AC341E2B-B830-4500-4926-C8053AD47412}"/>
                      </a:ext>
                    </a:extLst>
                  </p:cNvPr>
                  <p:cNvCxnSpPr>
                    <a:cxnSpLocks/>
                  </p:cNvCxnSpPr>
                  <p:nvPr/>
                </p:nvCxnSpPr>
                <p:spPr>
                  <a:xfrm>
                    <a:off x="9355320" y="2079286"/>
                    <a:ext cx="1200" cy="1410947"/>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35FCCAB7-1485-1CAB-4D1A-454E4A07D332}"/>
                      </a:ext>
                    </a:extLst>
                  </p:cNvPr>
                  <p:cNvCxnSpPr>
                    <a:cxnSpLocks/>
                  </p:cNvCxnSpPr>
                  <p:nvPr/>
                </p:nvCxnSpPr>
                <p:spPr>
                  <a:xfrm flipH="1">
                    <a:off x="8937072" y="2079286"/>
                    <a:ext cx="1200" cy="1410946"/>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E07975E9-143B-132B-A680-77D9ADA53534}"/>
                      </a:ext>
                    </a:extLst>
                  </p:cNvPr>
                  <p:cNvCxnSpPr>
                    <a:cxnSpLocks/>
                  </p:cNvCxnSpPr>
                  <p:nvPr/>
                </p:nvCxnSpPr>
                <p:spPr>
                  <a:xfrm flipH="1">
                    <a:off x="9782380" y="2079286"/>
                    <a:ext cx="11577" cy="1410947"/>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07030C21-0ABE-CC38-A211-C2ABA13856DF}"/>
                      </a:ext>
                    </a:extLst>
                  </p:cNvPr>
                  <p:cNvCxnSpPr>
                    <a:cxnSpLocks/>
                  </p:cNvCxnSpPr>
                  <p:nvPr/>
                </p:nvCxnSpPr>
                <p:spPr>
                  <a:xfrm>
                    <a:off x="10647693" y="2079286"/>
                    <a:ext cx="1928" cy="1410947"/>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0729574A-0764-A047-8374-8012A8D7111D}"/>
                      </a:ext>
                    </a:extLst>
                  </p:cNvPr>
                  <p:cNvCxnSpPr>
                    <a:cxnSpLocks/>
                  </p:cNvCxnSpPr>
                  <p:nvPr/>
                </p:nvCxnSpPr>
                <p:spPr>
                  <a:xfrm flipH="1">
                    <a:off x="11501763" y="2079286"/>
                    <a:ext cx="11567" cy="1410947"/>
                  </a:xfrm>
                  <a:prstGeom prst="line">
                    <a:avLst/>
                  </a:prstGeom>
                  <a:ln w="127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grpSp>
            <p:sp>
              <p:nvSpPr>
                <p:cNvPr id="157" name="TextBox 156">
                  <a:extLst>
                    <a:ext uri="{FF2B5EF4-FFF2-40B4-BE49-F238E27FC236}">
                      <a16:creationId xmlns:a16="http://schemas.microsoft.com/office/drawing/2014/main" id="{170CAB50-5B26-070C-664F-57F30182D6DA}"/>
                    </a:ext>
                  </a:extLst>
                </p:cNvPr>
                <p:cNvSpPr txBox="1"/>
                <p:nvPr/>
              </p:nvSpPr>
              <p:spPr>
                <a:xfrm>
                  <a:off x="11299797" y="1904325"/>
                  <a:ext cx="377026" cy="271546"/>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Mar</a:t>
                  </a:r>
                </a:p>
              </p:txBody>
            </p:sp>
          </p:grpSp>
          <p:sp>
            <p:nvSpPr>
              <p:cNvPr id="8" name="Diamond 7">
                <a:extLst>
                  <a:ext uri="{FF2B5EF4-FFF2-40B4-BE49-F238E27FC236}">
                    <a16:creationId xmlns:a16="http://schemas.microsoft.com/office/drawing/2014/main" id="{8C93B97D-415A-C425-7D06-1BC68C78D473}"/>
                  </a:ext>
                </a:extLst>
              </p:cNvPr>
              <p:cNvSpPr/>
              <p:nvPr/>
            </p:nvSpPr>
            <p:spPr>
              <a:xfrm>
                <a:off x="8698839" y="2418569"/>
                <a:ext cx="161925" cy="197096"/>
              </a:xfrm>
              <a:prstGeom prst="diamond">
                <a:avLst/>
              </a:prstGeom>
              <a:solidFill>
                <a:srgbClr val="C0000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FC07B014-71F6-E1B4-F8A6-6AD0B7EF9D1A}"/>
                  </a:ext>
                </a:extLst>
              </p:cNvPr>
              <p:cNvSpPr/>
              <p:nvPr/>
            </p:nvSpPr>
            <p:spPr>
              <a:xfrm>
                <a:off x="9264607" y="2618594"/>
                <a:ext cx="161925" cy="197096"/>
              </a:xfrm>
              <a:prstGeom prst="diamond">
                <a:avLst/>
              </a:prstGeom>
              <a:solidFill>
                <a:srgbClr val="00B0F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ACF5E2A7-BD95-291B-6AD8-170B991996CC}"/>
                  </a:ext>
                </a:extLst>
              </p:cNvPr>
              <p:cNvSpPr/>
              <p:nvPr/>
            </p:nvSpPr>
            <p:spPr>
              <a:xfrm>
                <a:off x="9702544" y="2732894"/>
                <a:ext cx="161925" cy="197096"/>
              </a:xfrm>
              <a:prstGeom prst="diamond">
                <a:avLst/>
              </a:prstGeom>
              <a:solidFill>
                <a:srgbClr val="00B0F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iamond 14">
                <a:extLst>
                  <a:ext uri="{FF2B5EF4-FFF2-40B4-BE49-F238E27FC236}">
                    <a16:creationId xmlns:a16="http://schemas.microsoft.com/office/drawing/2014/main" id="{2F623672-FD9B-7085-B46F-83640B7E9F3B}"/>
                  </a:ext>
                </a:extLst>
              </p:cNvPr>
              <p:cNvSpPr/>
              <p:nvPr/>
            </p:nvSpPr>
            <p:spPr>
              <a:xfrm>
                <a:off x="10156362" y="2847194"/>
                <a:ext cx="161925" cy="197096"/>
              </a:xfrm>
              <a:prstGeom prst="diamond">
                <a:avLst/>
              </a:prstGeom>
              <a:solidFill>
                <a:srgbClr val="00B0F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iamond 16">
                <a:extLst>
                  <a:ext uri="{FF2B5EF4-FFF2-40B4-BE49-F238E27FC236}">
                    <a16:creationId xmlns:a16="http://schemas.microsoft.com/office/drawing/2014/main" id="{79D6C46A-EBC4-C429-0A97-A38BD5D0010C}"/>
                  </a:ext>
                </a:extLst>
              </p:cNvPr>
              <p:cNvSpPr/>
              <p:nvPr/>
            </p:nvSpPr>
            <p:spPr>
              <a:xfrm>
                <a:off x="10559448" y="2942444"/>
                <a:ext cx="161925" cy="197096"/>
              </a:xfrm>
              <a:prstGeom prst="diamond">
                <a:avLst/>
              </a:prstGeom>
              <a:solidFill>
                <a:srgbClr val="00B0F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F1060E1B-59CC-DAB5-4872-017FDAA4794F}"/>
                  </a:ext>
                </a:extLst>
              </p:cNvPr>
              <p:cNvSpPr/>
              <p:nvPr/>
            </p:nvSpPr>
            <p:spPr>
              <a:xfrm>
                <a:off x="8859637" y="2523344"/>
                <a:ext cx="161925" cy="197096"/>
              </a:xfrm>
              <a:prstGeom prst="diamond">
                <a:avLst/>
              </a:prstGeom>
              <a:solidFill>
                <a:srgbClr val="FFC00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iamond 28">
                <a:extLst>
                  <a:ext uri="{FF2B5EF4-FFF2-40B4-BE49-F238E27FC236}">
                    <a16:creationId xmlns:a16="http://schemas.microsoft.com/office/drawing/2014/main" id="{DEA5D1FF-7DDD-2075-4B8D-30823A712B79}"/>
                  </a:ext>
                </a:extLst>
              </p:cNvPr>
              <p:cNvSpPr/>
              <p:nvPr/>
            </p:nvSpPr>
            <p:spPr>
              <a:xfrm>
                <a:off x="10994023" y="3028169"/>
                <a:ext cx="161925" cy="197096"/>
              </a:xfrm>
              <a:prstGeom prst="diamond">
                <a:avLst/>
              </a:prstGeom>
              <a:solidFill>
                <a:srgbClr val="92D05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iamond 30">
                <a:extLst>
                  <a:ext uri="{FF2B5EF4-FFF2-40B4-BE49-F238E27FC236}">
                    <a16:creationId xmlns:a16="http://schemas.microsoft.com/office/drawing/2014/main" id="{FB32F827-609C-04E0-BC6E-217032C5D610}"/>
                  </a:ext>
                </a:extLst>
              </p:cNvPr>
              <p:cNvSpPr/>
              <p:nvPr/>
            </p:nvSpPr>
            <p:spPr>
              <a:xfrm>
                <a:off x="11329019" y="3123419"/>
                <a:ext cx="161925" cy="197096"/>
              </a:xfrm>
              <a:prstGeom prst="diamond">
                <a:avLst/>
              </a:prstGeom>
              <a:solidFill>
                <a:srgbClr val="00800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2" name="TextBox 241">
              <a:extLst>
                <a:ext uri="{FF2B5EF4-FFF2-40B4-BE49-F238E27FC236}">
                  <a16:creationId xmlns:a16="http://schemas.microsoft.com/office/drawing/2014/main" id="{0DCCE63E-DD32-D8EE-E283-AF136F3E0995}"/>
                </a:ext>
              </a:extLst>
            </p:cNvPr>
            <p:cNvSpPr txBox="1"/>
            <p:nvPr/>
          </p:nvSpPr>
          <p:spPr>
            <a:xfrm>
              <a:off x="9029632" y="1388019"/>
              <a:ext cx="1575368" cy="276999"/>
            </a:xfrm>
            <a:prstGeom prst="rect">
              <a:avLst/>
            </a:prstGeom>
            <a:noFill/>
          </p:spPr>
          <p:txBody>
            <a:bodyPr wrap="none" rtlCol="0">
              <a:spAutoFit/>
            </a:bodyPr>
            <a:lstStyle/>
            <a:p>
              <a:r>
                <a:rPr lang="en-US" sz="1200" b="1" u="sng" dirty="0">
                  <a:latin typeface="Calibri Light" panose="020F0302020204030204" pitchFamily="34" charset="0"/>
                  <a:ea typeface="Calibri Light" panose="020F0302020204030204" pitchFamily="34" charset="0"/>
                  <a:cs typeface="Calibri Light" panose="020F0302020204030204" pitchFamily="34" charset="0"/>
                </a:rPr>
                <a:t>2027 Delivery Timeline</a:t>
              </a:r>
            </a:p>
          </p:txBody>
        </p:sp>
        <p:sp>
          <p:nvSpPr>
            <p:cNvPr id="41" name="TextBox 40">
              <a:extLst>
                <a:ext uri="{FF2B5EF4-FFF2-40B4-BE49-F238E27FC236}">
                  <a16:creationId xmlns:a16="http://schemas.microsoft.com/office/drawing/2014/main" id="{A35B6F05-2F31-C2D2-03B8-599914DC4580}"/>
                </a:ext>
              </a:extLst>
            </p:cNvPr>
            <p:cNvSpPr txBox="1"/>
            <p:nvPr/>
          </p:nvSpPr>
          <p:spPr>
            <a:xfrm rot="16200000">
              <a:off x="10933653" y="2352689"/>
              <a:ext cx="564578" cy="230832"/>
            </a:xfrm>
            <a:prstGeom prst="rect">
              <a:avLst/>
            </a:prstGeom>
            <a:noFill/>
          </p:spPr>
          <p:txBody>
            <a:bodyPr wrap="none" rtlCol="0">
              <a:spAutoFit/>
            </a:bodyPr>
            <a:lstStyle/>
            <a:p>
              <a:r>
                <a:rPr lang="en-US" sz="900" dirty="0">
                  <a:latin typeface="Calibri Light" panose="020F0302020204030204" pitchFamily="34" charset="0"/>
                  <a:ea typeface="Calibri Light" panose="020F0302020204030204" pitchFamily="34" charset="0"/>
                  <a:cs typeface="Calibri Light" panose="020F0302020204030204" pitchFamily="34" charset="0"/>
                </a:rPr>
                <a:t>Delivery</a:t>
              </a:r>
            </a:p>
          </p:txBody>
        </p:sp>
        <p:cxnSp>
          <p:nvCxnSpPr>
            <p:cNvPr id="48" name="Straight Connector 47">
              <a:extLst>
                <a:ext uri="{FF2B5EF4-FFF2-40B4-BE49-F238E27FC236}">
                  <a16:creationId xmlns:a16="http://schemas.microsoft.com/office/drawing/2014/main" id="{E15095D9-09DE-6302-01B7-42AD16CED4B8}"/>
                </a:ext>
              </a:extLst>
            </p:cNvPr>
            <p:cNvCxnSpPr/>
            <p:nvPr/>
          </p:nvCxnSpPr>
          <p:spPr>
            <a:xfrm>
              <a:off x="8230105" y="2933955"/>
              <a:ext cx="314493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2" name="Rectangle: Rounded Corners 61">
              <a:extLst>
                <a:ext uri="{FF2B5EF4-FFF2-40B4-BE49-F238E27FC236}">
                  <a16:creationId xmlns:a16="http://schemas.microsoft.com/office/drawing/2014/main" id="{0B5C83AE-BA3B-D868-4419-6097304C18A8}"/>
                </a:ext>
              </a:extLst>
            </p:cNvPr>
            <p:cNvSpPr/>
            <p:nvPr/>
          </p:nvSpPr>
          <p:spPr>
            <a:xfrm>
              <a:off x="8077663" y="3078309"/>
              <a:ext cx="3453737" cy="230832"/>
            </a:xfrm>
            <a:prstGeom prst="roundRect">
              <a:avLst/>
            </a:prstGeom>
            <a:gradFill>
              <a:gsLst>
                <a:gs pos="0">
                  <a:schemeClr val="bg1">
                    <a:lumMod val="65000"/>
                  </a:schemeClr>
                </a:gs>
                <a:gs pos="57000">
                  <a:schemeClr val="tx1">
                    <a:lumMod val="50000"/>
                    <a:lumOff val="50000"/>
                  </a:schemeClr>
                </a:gs>
                <a:gs pos="100000">
                  <a:schemeClr val="bg2">
                    <a:lumMod val="25000"/>
                  </a:schemeClr>
                </a:gs>
              </a:gsLst>
              <a:lin ang="5400000" scaled="1"/>
            </a:gradFill>
            <a:ln w="9525"/>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3" name="Group 62">
              <a:extLst>
                <a:ext uri="{FF2B5EF4-FFF2-40B4-BE49-F238E27FC236}">
                  <a16:creationId xmlns:a16="http://schemas.microsoft.com/office/drawing/2014/main" id="{58128751-6C35-839C-85B8-102D1AF59375}"/>
                </a:ext>
              </a:extLst>
            </p:cNvPr>
            <p:cNvGrpSpPr/>
            <p:nvPr/>
          </p:nvGrpSpPr>
          <p:grpSpPr>
            <a:xfrm>
              <a:off x="8094779" y="3078308"/>
              <a:ext cx="3436621" cy="230832"/>
              <a:chOff x="8156693" y="2984453"/>
              <a:chExt cx="3436621" cy="230832"/>
            </a:xfrm>
          </p:grpSpPr>
          <p:grpSp>
            <p:nvGrpSpPr>
              <p:cNvPr id="58" name="Group 57">
                <a:extLst>
                  <a:ext uri="{FF2B5EF4-FFF2-40B4-BE49-F238E27FC236}">
                    <a16:creationId xmlns:a16="http://schemas.microsoft.com/office/drawing/2014/main" id="{57E2FB8D-A268-07B0-4D05-144F71C01879}"/>
                  </a:ext>
                </a:extLst>
              </p:cNvPr>
              <p:cNvGrpSpPr/>
              <p:nvPr/>
            </p:nvGrpSpPr>
            <p:grpSpPr>
              <a:xfrm>
                <a:off x="8156693" y="2984453"/>
                <a:ext cx="631670" cy="230832"/>
                <a:chOff x="5192739" y="4278546"/>
                <a:chExt cx="631670" cy="230832"/>
              </a:xfrm>
            </p:grpSpPr>
            <p:sp>
              <p:nvSpPr>
                <p:cNvPr id="244" name="Diamond 243">
                  <a:extLst>
                    <a:ext uri="{FF2B5EF4-FFF2-40B4-BE49-F238E27FC236}">
                      <a16:creationId xmlns:a16="http://schemas.microsoft.com/office/drawing/2014/main" id="{6EA54D25-D684-594D-8B9F-4B2A9C604346}"/>
                    </a:ext>
                  </a:extLst>
                </p:cNvPr>
                <p:cNvSpPr/>
                <p:nvPr/>
              </p:nvSpPr>
              <p:spPr>
                <a:xfrm>
                  <a:off x="5192739" y="4333073"/>
                  <a:ext cx="123319" cy="121778"/>
                </a:xfrm>
                <a:prstGeom prst="diamond">
                  <a:avLst/>
                </a:prstGeom>
                <a:solidFill>
                  <a:srgbClr val="C0000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46" name="TextBox 245">
                  <a:extLst>
                    <a:ext uri="{FF2B5EF4-FFF2-40B4-BE49-F238E27FC236}">
                      <a16:creationId xmlns:a16="http://schemas.microsoft.com/office/drawing/2014/main" id="{DBF933AE-B38F-924B-9682-4A49694E4FC1}"/>
                    </a:ext>
                  </a:extLst>
                </p:cNvPr>
                <p:cNvSpPr txBox="1"/>
                <p:nvPr/>
              </p:nvSpPr>
              <p:spPr>
                <a:xfrm>
                  <a:off x="5245404" y="4278546"/>
                  <a:ext cx="579005" cy="230832"/>
                </a:xfrm>
                <a:prstGeom prst="rect">
                  <a:avLst/>
                </a:prstGeom>
                <a:noFill/>
              </p:spPr>
              <p:txBody>
                <a:bodyPr wrap="none" rtlCol="0">
                  <a:spAutoFit/>
                </a:bodyPr>
                <a:lstStyle/>
                <a:p>
                  <a:r>
                    <a:rPr lang="en-US" sz="9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Approve</a:t>
                  </a:r>
                </a:p>
              </p:txBody>
            </p:sp>
          </p:grpSp>
          <p:grpSp>
            <p:nvGrpSpPr>
              <p:cNvPr id="57" name="Group 56">
                <a:extLst>
                  <a:ext uri="{FF2B5EF4-FFF2-40B4-BE49-F238E27FC236}">
                    <a16:creationId xmlns:a16="http://schemas.microsoft.com/office/drawing/2014/main" id="{53242D4B-1624-02EE-8C4A-AA43DA6108CB}"/>
                  </a:ext>
                </a:extLst>
              </p:cNvPr>
              <p:cNvGrpSpPr/>
              <p:nvPr/>
            </p:nvGrpSpPr>
            <p:grpSpPr>
              <a:xfrm>
                <a:off x="8727077" y="2984453"/>
                <a:ext cx="977420" cy="230832"/>
                <a:chOff x="5775172" y="4281985"/>
                <a:chExt cx="977420" cy="230832"/>
              </a:xfrm>
            </p:grpSpPr>
            <p:sp>
              <p:nvSpPr>
                <p:cNvPr id="248" name="Diamond 247">
                  <a:extLst>
                    <a:ext uri="{FF2B5EF4-FFF2-40B4-BE49-F238E27FC236}">
                      <a16:creationId xmlns:a16="http://schemas.microsoft.com/office/drawing/2014/main" id="{73E7B706-6153-8817-FFFD-EFD2DD2237A0}"/>
                    </a:ext>
                  </a:extLst>
                </p:cNvPr>
                <p:cNvSpPr/>
                <p:nvPr/>
              </p:nvSpPr>
              <p:spPr>
                <a:xfrm>
                  <a:off x="5775172" y="4336512"/>
                  <a:ext cx="123319" cy="121778"/>
                </a:xfrm>
                <a:prstGeom prst="diamond">
                  <a:avLst/>
                </a:prstGeom>
                <a:solidFill>
                  <a:srgbClr val="FFC00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3" name="TextBox 252">
                  <a:extLst>
                    <a:ext uri="{FF2B5EF4-FFF2-40B4-BE49-F238E27FC236}">
                      <a16:creationId xmlns:a16="http://schemas.microsoft.com/office/drawing/2014/main" id="{B1D18E89-FBDD-3332-6E2A-C14D7CEB1697}"/>
                    </a:ext>
                  </a:extLst>
                </p:cNvPr>
                <p:cNvSpPr txBox="1"/>
                <p:nvPr/>
              </p:nvSpPr>
              <p:spPr>
                <a:xfrm>
                  <a:off x="5820927" y="4281985"/>
                  <a:ext cx="931665" cy="230832"/>
                </a:xfrm>
                <a:prstGeom prst="rect">
                  <a:avLst/>
                </a:prstGeom>
                <a:noFill/>
              </p:spPr>
              <p:txBody>
                <a:bodyPr wrap="none" rtlCol="0">
                  <a:spAutoFit/>
                </a:bodyPr>
                <a:lstStyle/>
                <a:p>
                  <a:r>
                    <a:rPr lang="en-US" sz="9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Baseline Review</a:t>
                  </a:r>
                </a:p>
              </p:txBody>
            </p:sp>
          </p:grpSp>
          <p:grpSp>
            <p:nvGrpSpPr>
              <p:cNvPr id="55" name="Group 54">
                <a:extLst>
                  <a:ext uri="{FF2B5EF4-FFF2-40B4-BE49-F238E27FC236}">
                    <a16:creationId xmlns:a16="http://schemas.microsoft.com/office/drawing/2014/main" id="{4DC6295C-0C8D-32B4-58F3-AB7D9971CECF}"/>
                  </a:ext>
                </a:extLst>
              </p:cNvPr>
              <p:cNvGrpSpPr/>
              <p:nvPr/>
            </p:nvGrpSpPr>
            <p:grpSpPr>
              <a:xfrm>
                <a:off x="9636800" y="2984453"/>
                <a:ext cx="1009442" cy="230832"/>
                <a:chOff x="6695777" y="4284689"/>
                <a:chExt cx="1009442" cy="230832"/>
              </a:xfrm>
            </p:grpSpPr>
            <p:sp>
              <p:nvSpPr>
                <p:cNvPr id="255" name="Diamond 254">
                  <a:extLst>
                    <a:ext uri="{FF2B5EF4-FFF2-40B4-BE49-F238E27FC236}">
                      <a16:creationId xmlns:a16="http://schemas.microsoft.com/office/drawing/2014/main" id="{C3F01F85-D0ED-74C6-C69D-5BA8769A45D0}"/>
                    </a:ext>
                  </a:extLst>
                </p:cNvPr>
                <p:cNvSpPr/>
                <p:nvPr/>
              </p:nvSpPr>
              <p:spPr>
                <a:xfrm>
                  <a:off x="6695777" y="4339216"/>
                  <a:ext cx="123319" cy="121778"/>
                </a:xfrm>
                <a:prstGeom prst="diamond">
                  <a:avLst/>
                </a:prstGeom>
                <a:solidFill>
                  <a:srgbClr val="00B0F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3" name="TextBox 32">
                  <a:extLst>
                    <a:ext uri="{FF2B5EF4-FFF2-40B4-BE49-F238E27FC236}">
                      <a16:creationId xmlns:a16="http://schemas.microsoft.com/office/drawing/2014/main" id="{79859E3C-9F75-7848-5DA5-50E46424B6CD}"/>
                    </a:ext>
                  </a:extLst>
                </p:cNvPr>
                <p:cNvSpPr txBox="1"/>
                <p:nvPr/>
              </p:nvSpPr>
              <p:spPr>
                <a:xfrm>
                  <a:off x="6748443" y="4284689"/>
                  <a:ext cx="956776" cy="230832"/>
                </a:xfrm>
                <a:prstGeom prst="rect">
                  <a:avLst/>
                </a:prstGeom>
                <a:noFill/>
              </p:spPr>
              <p:txBody>
                <a:bodyPr wrap="square" rtlCol="0">
                  <a:spAutoFit/>
                </a:bodyPr>
                <a:lstStyle/>
                <a:p>
                  <a:r>
                    <a:rPr lang="en-US" sz="9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Monthly Review</a:t>
                  </a:r>
                </a:p>
              </p:txBody>
            </p:sp>
          </p:grpSp>
          <p:grpSp>
            <p:nvGrpSpPr>
              <p:cNvPr id="54" name="Group 53">
                <a:extLst>
                  <a:ext uri="{FF2B5EF4-FFF2-40B4-BE49-F238E27FC236}">
                    <a16:creationId xmlns:a16="http://schemas.microsoft.com/office/drawing/2014/main" id="{6665C6FF-F290-A50C-8880-426BF2307AC7}"/>
                  </a:ext>
                </a:extLst>
              </p:cNvPr>
              <p:cNvGrpSpPr/>
              <p:nvPr/>
            </p:nvGrpSpPr>
            <p:grpSpPr>
              <a:xfrm>
                <a:off x="10592971" y="2984453"/>
                <a:ext cx="1000343" cy="230832"/>
                <a:chOff x="7705219" y="4265899"/>
                <a:chExt cx="1000343" cy="230832"/>
              </a:xfrm>
            </p:grpSpPr>
            <p:sp>
              <p:nvSpPr>
                <p:cNvPr id="35" name="Diamond 34">
                  <a:extLst>
                    <a:ext uri="{FF2B5EF4-FFF2-40B4-BE49-F238E27FC236}">
                      <a16:creationId xmlns:a16="http://schemas.microsoft.com/office/drawing/2014/main" id="{E1107956-CBD0-FB3A-0780-A551A6CE0D42}"/>
                    </a:ext>
                  </a:extLst>
                </p:cNvPr>
                <p:cNvSpPr/>
                <p:nvPr/>
              </p:nvSpPr>
              <p:spPr>
                <a:xfrm>
                  <a:off x="7705219" y="4320426"/>
                  <a:ext cx="123319" cy="121778"/>
                </a:xfrm>
                <a:prstGeom prst="diamond">
                  <a:avLst/>
                </a:prstGeom>
                <a:solidFill>
                  <a:srgbClr val="92D05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7" name="TextBox 36">
                  <a:extLst>
                    <a:ext uri="{FF2B5EF4-FFF2-40B4-BE49-F238E27FC236}">
                      <a16:creationId xmlns:a16="http://schemas.microsoft.com/office/drawing/2014/main" id="{ECC0B1D5-60F9-C2F5-8890-3BE3EC0320FB}"/>
                    </a:ext>
                  </a:extLst>
                </p:cNvPr>
                <p:cNvSpPr txBox="1"/>
                <p:nvPr/>
              </p:nvSpPr>
              <p:spPr>
                <a:xfrm>
                  <a:off x="7764794" y="4265899"/>
                  <a:ext cx="940768" cy="230832"/>
                </a:xfrm>
                <a:prstGeom prst="rect">
                  <a:avLst/>
                </a:prstGeom>
                <a:noFill/>
              </p:spPr>
              <p:txBody>
                <a:bodyPr wrap="square" rtlCol="0">
                  <a:spAutoFit/>
                </a:bodyPr>
                <a:lstStyle/>
                <a:p>
                  <a:r>
                    <a:rPr lang="en-US" sz="9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SME/QA Review</a:t>
                  </a:r>
                </a:p>
              </p:txBody>
            </p:sp>
          </p:grpSp>
        </p:grpSp>
      </p:grpSp>
      <p:sp>
        <p:nvSpPr>
          <p:cNvPr id="257" name="TextBox 256">
            <a:extLst>
              <a:ext uri="{FF2B5EF4-FFF2-40B4-BE49-F238E27FC236}">
                <a16:creationId xmlns:a16="http://schemas.microsoft.com/office/drawing/2014/main" id="{3C952D39-472B-8DA4-E3E5-7BC8FAB55F39}"/>
              </a:ext>
            </a:extLst>
          </p:cNvPr>
          <p:cNvSpPr txBox="1"/>
          <p:nvPr/>
        </p:nvSpPr>
        <p:spPr>
          <a:xfrm>
            <a:off x="283295" y="858160"/>
            <a:ext cx="10257489" cy="1061829"/>
          </a:xfrm>
          <a:prstGeom prst="rect">
            <a:avLst/>
          </a:prstGeom>
          <a:noFill/>
        </p:spPr>
        <p:txBody>
          <a:bodyPr wrap="square" rtlCol="0">
            <a:spAutoFit/>
          </a:bodyPr>
          <a:lstStyle/>
          <a:p>
            <a:pPr marL="119063" indent="-119063">
              <a:spcAft>
                <a:spcPts val="600"/>
              </a:spcAft>
              <a:buFont typeface="Arial" panose="020B0604020202020204" pitchFamily="34" charset="0"/>
              <a:buChar char="•"/>
            </a:pPr>
            <a:r>
              <a:rPr lang="en-US" sz="1200" b="1" dirty="0"/>
              <a:t>PROBLEM STATEMENT: </a:t>
            </a:r>
            <a:r>
              <a:rPr lang="en-US" sz="1200" dirty="0"/>
              <a:t>Plan update status metrics are not directly comparable and do not consistently measure progress or plan currency.</a:t>
            </a:r>
          </a:p>
          <a:p>
            <a:pPr marL="119063" indent="-119063">
              <a:spcAft>
                <a:spcPts val="600"/>
              </a:spcAft>
              <a:buFont typeface="Arial" panose="020B0604020202020204" pitchFamily="34" charset="0"/>
              <a:buChar char="•"/>
            </a:pPr>
            <a:r>
              <a:rPr lang="en-US" sz="1200" b="1" dirty="0"/>
              <a:t>GOAL</a:t>
            </a:r>
            <a:r>
              <a:rPr lang="en-US" sz="1200" dirty="0"/>
              <a:t>: Maintain current, accurate, and useful AF DCGS plans.</a:t>
            </a:r>
          </a:p>
          <a:p>
            <a:pPr marL="119063" indent="-119063">
              <a:spcAft>
                <a:spcPts val="600"/>
              </a:spcAft>
              <a:buFont typeface="Arial" panose="020B0604020202020204" pitchFamily="34" charset="0"/>
              <a:buChar char="•"/>
            </a:pPr>
            <a:r>
              <a:rPr lang="en-US" sz="1200" b="1" dirty="0"/>
              <a:t>OBJECTIVE</a:t>
            </a:r>
            <a:r>
              <a:rPr lang="en-US" sz="1200" dirty="0"/>
              <a:t>: Repeatable, traceable review &amp; validation process for plan content and references with consistent status reporting.</a:t>
            </a:r>
          </a:p>
          <a:p>
            <a:pPr marL="119063" indent="-119063">
              <a:spcAft>
                <a:spcPts val="600"/>
              </a:spcAft>
              <a:buFont typeface="Arial" panose="020B0604020202020204" pitchFamily="34" charset="0"/>
              <a:buChar char="•"/>
            </a:pPr>
            <a:r>
              <a:rPr lang="en-US" sz="1200" b="1" dirty="0"/>
              <a:t>SOLUTION: </a:t>
            </a:r>
            <a:r>
              <a:rPr lang="en-US" sz="1200" dirty="0"/>
              <a:t>Plan owner Continuous Review and Assessment Process.</a:t>
            </a:r>
          </a:p>
        </p:txBody>
      </p:sp>
      <p:sp>
        <p:nvSpPr>
          <p:cNvPr id="68" name="TextBox 67">
            <a:extLst>
              <a:ext uri="{FF2B5EF4-FFF2-40B4-BE49-F238E27FC236}">
                <a16:creationId xmlns:a16="http://schemas.microsoft.com/office/drawing/2014/main" id="{1A1CD402-320C-A687-F7C8-22BC1D2EB22A}"/>
              </a:ext>
            </a:extLst>
          </p:cNvPr>
          <p:cNvSpPr txBox="1"/>
          <p:nvPr/>
        </p:nvSpPr>
        <p:spPr>
          <a:xfrm>
            <a:off x="282201" y="1911367"/>
            <a:ext cx="7468436" cy="2539157"/>
          </a:xfrm>
          <a:prstGeom prst="rect">
            <a:avLst/>
          </a:prstGeom>
          <a:noFill/>
        </p:spPr>
        <p:txBody>
          <a:bodyPr wrap="square">
            <a:spAutoFit/>
          </a:bodyPr>
          <a:lstStyle/>
          <a:p>
            <a:pPr marL="119063" indent="-119063">
              <a:buFont typeface="Arial" panose="020B0604020202020204" pitchFamily="34" charset="0"/>
              <a:buChar char="•"/>
            </a:pPr>
            <a:r>
              <a:rPr lang="en-US" sz="1200" b="1" dirty="0"/>
              <a:t>METHODS</a:t>
            </a:r>
            <a:r>
              <a:rPr lang="en-US" sz="1200" dirty="0"/>
              <a:t> </a:t>
            </a:r>
          </a:p>
          <a:p>
            <a:pPr marL="282575" lvl="1" indent="-119063">
              <a:buFont typeface="Courier New" panose="02070309020205020404" pitchFamily="49" charset="0"/>
              <a:buChar char="o"/>
            </a:pPr>
            <a:r>
              <a:rPr lang="en-US" sz="1200" u="sng" dirty="0"/>
              <a:t>Baseline Plan Validation Review</a:t>
            </a:r>
          </a:p>
          <a:p>
            <a:pPr lvl="1" indent="-171450">
              <a:spcBef>
                <a:spcPts val="300"/>
              </a:spcBef>
              <a:buFont typeface="Wingdings" panose="05000000000000000000" pitchFamily="2" charset="2"/>
              <a:buChar char="ü"/>
            </a:pPr>
            <a:r>
              <a:rPr lang="en-US" sz="1200" dirty="0"/>
              <a:t>Purpose: Establish a validated plan update baseline.</a:t>
            </a:r>
          </a:p>
          <a:p>
            <a:pPr lvl="1" indent="-171450">
              <a:spcBef>
                <a:spcPts val="300"/>
              </a:spcBef>
              <a:buFont typeface="Wingdings" panose="05000000000000000000" pitchFamily="2" charset="2"/>
              <a:buChar char="ü"/>
            </a:pPr>
            <a:r>
              <a:rPr lang="en-US" sz="1200" dirty="0"/>
              <a:t>Metric: % of existing references validated; status of new references and identified changes</a:t>
            </a:r>
          </a:p>
          <a:p>
            <a:pPr lvl="1" indent="-171450">
              <a:spcBef>
                <a:spcPts val="300"/>
              </a:spcBef>
              <a:buFont typeface="Wingdings" panose="05000000000000000000" pitchFamily="2" charset="2"/>
              <a:buChar char="ü"/>
            </a:pPr>
            <a:r>
              <a:rPr lang="en-US" sz="1200" dirty="0"/>
              <a:t>Workflow: Review existing plan → Validate previous references → Identify areas for improvement →     Assess &amp; document identified changes → Update plan as required → Report status weekly</a:t>
            </a:r>
          </a:p>
          <a:p>
            <a:pPr marL="339725" lvl="1" indent="-171450">
              <a:buFont typeface="Courier New" panose="02070309020205020404" pitchFamily="49" charset="0"/>
              <a:buChar char="o"/>
            </a:pPr>
            <a:endParaRPr lang="en-US" sz="1200" dirty="0"/>
          </a:p>
          <a:p>
            <a:pPr marL="282575" lvl="1" indent="-119063">
              <a:buFont typeface="Courier New" panose="02070309020205020404" pitchFamily="49" charset="0"/>
              <a:buChar char="o"/>
            </a:pPr>
            <a:r>
              <a:rPr lang="en-US" sz="1200" u="sng" dirty="0"/>
              <a:t>Monthly Plan Currency Review</a:t>
            </a:r>
          </a:p>
          <a:p>
            <a:pPr lvl="1" indent="-171450">
              <a:spcBef>
                <a:spcPts val="300"/>
              </a:spcBef>
              <a:buFont typeface="Wingdings" panose="05000000000000000000" pitchFamily="2" charset="2"/>
              <a:buChar char="ü"/>
            </a:pPr>
            <a:r>
              <a:rPr lang="en-US" sz="1200" dirty="0"/>
              <a:t>Purpose: Determine plan currency</a:t>
            </a:r>
          </a:p>
          <a:p>
            <a:pPr lvl="1" indent="-171450">
              <a:spcBef>
                <a:spcPts val="300"/>
              </a:spcBef>
              <a:buFont typeface="Wingdings" panose="05000000000000000000" pitchFamily="2" charset="2"/>
              <a:buChar char="ü"/>
            </a:pPr>
            <a:r>
              <a:rPr lang="en-US" sz="1200" dirty="0"/>
              <a:t>Metric: % of baseline reviewed; status of identified changes</a:t>
            </a:r>
          </a:p>
          <a:p>
            <a:pPr lvl="1" indent="-171450">
              <a:spcBef>
                <a:spcPts val="300"/>
              </a:spcBef>
              <a:buFont typeface="Wingdings" panose="05000000000000000000" pitchFamily="2" charset="2"/>
              <a:buChar char="ü"/>
            </a:pPr>
            <a:r>
              <a:rPr lang="en-US" sz="1200" dirty="0"/>
              <a:t>Workflow: Review DoD/USAF repositories for guidance updates → Identify changed guidance documents → Assess applicability → document findings → Update plan as required → Report status weekly</a:t>
            </a:r>
          </a:p>
        </p:txBody>
      </p:sp>
      <p:sp>
        <p:nvSpPr>
          <p:cNvPr id="74" name="Diamond 73">
            <a:extLst>
              <a:ext uri="{FF2B5EF4-FFF2-40B4-BE49-F238E27FC236}">
                <a16:creationId xmlns:a16="http://schemas.microsoft.com/office/drawing/2014/main" id="{6D92E15D-2C2E-E44D-1DA9-987A524C3099}"/>
              </a:ext>
            </a:extLst>
          </p:cNvPr>
          <p:cNvSpPr/>
          <p:nvPr/>
        </p:nvSpPr>
        <p:spPr>
          <a:xfrm>
            <a:off x="466297" y="2156541"/>
            <a:ext cx="161925" cy="197096"/>
          </a:xfrm>
          <a:prstGeom prst="diamond">
            <a:avLst/>
          </a:prstGeom>
          <a:solidFill>
            <a:srgbClr val="FFC00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Diamond 75">
            <a:extLst>
              <a:ext uri="{FF2B5EF4-FFF2-40B4-BE49-F238E27FC236}">
                <a16:creationId xmlns:a16="http://schemas.microsoft.com/office/drawing/2014/main" id="{C3C11C11-6573-CAAE-561D-873FB9A27666}"/>
              </a:ext>
            </a:extLst>
          </p:cNvPr>
          <p:cNvSpPr/>
          <p:nvPr/>
        </p:nvSpPr>
        <p:spPr>
          <a:xfrm>
            <a:off x="466297" y="3349472"/>
            <a:ext cx="161925" cy="197096"/>
          </a:xfrm>
          <a:prstGeom prst="diamond">
            <a:avLst/>
          </a:prstGeom>
          <a:solidFill>
            <a:srgbClr val="00B0F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7FF3248D-4A96-D6D2-0E2C-60C04C3A2548}"/>
              </a:ext>
            </a:extLst>
          </p:cNvPr>
          <p:cNvSpPr txBox="1"/>
          <p:nvPr/>
        </p:nvSpPr>
        <p:spPr>
          <a:xfrm>
            <a:off x="290668" y="4395012"/>
            <a:ext cx="11796105" cy="2169825"/>
          </a:xfrm>
          <a:prstGeom prst="rect">
            <a:avLst/>
          </a:prstGeom>
          <a:noFill/>
        </p:spPr>
        <p:txBody>
          <a:bodyPr wrap="square">
            <a:spAutoFit/>
          </a:bodyPr>
          <a:lstStyle/>
          <a:p>
            <a:pPr marL="119063" indent="-119063">
              <a:buFont typeface="Arial" panose="020B0604020202020204" pitchFamily="34" charset="0"/>
              <a:buChar char="•"/>
            </a:pPr>
            <a:r>
              <a:rPr lang="en-US" sz="1200" b="1" dirty="0"/>
              <a:t>STATUS REPORTING EXAMPLES</a:t>
            </a:r>
          </a:p>
          <a:p>
            <a:pPr marL="282575" lvl="1" indent="-119063">
              <a:buFont typeface="Courier New" panose="02070309020205020404" pitchFamily="49" charset="0"/>
              <a:buChar char="o"/>
            </a:pPr>
            <a:r>
              <a:rPr lang="en-US" sz="1200" u="sng" dirty="0"/>
              <a:t>Baseline Plan Validation Review</a:t>
            </a:r>
          </a:p>
          <a:p>
            <a:pPr lvl="1" indent="-171450">
              <a:spcBef>
                <a:spcPts val="300"/>
              </a:spcBef>
              <a:buFont typeface="Wingdings" panose="05000000000000000000" pitchFamily="2" charset="2"/>
              <a:buChar char="ü"/>
            </a:pPr>
            <a:r>
              <a:rPr lang="en-US" sz="1200" dirty="0"/>
              <a:t>(In-Progress) Baseline Validation is 65% complete. Reviewed existing plan content and validated 199 of 306 references. Identified X updated references and X new references since July 2026 plan approval. Also, pulled X assessment and draft updates are in progress.</a:t>
            </a:r>
          </a:p>
          <a:p>
            <a:pPr lvl="1" indent="-171450">
              <a:spcBef>
                <a:spcPts val="300"/>
              </a:spcBef>
              <a:buFont typeface="Wingdings" panose="05000000000000000000" pitchFamily="2" charset="2"/>
              <a:buChar char="ü"/>
            </a:pPr>
            <a:r>
              <a:rPr lang="en-US" sz="1200" dirty="0"/>
              <a:t>(Complete) Baseline Validation 100% complete. Validated 306 existing references and added X new guidance sources for a new reference total of 30X. Also, edited X sections to align plan with current standards. Plan transitioned to monthly currency reviews.</a:t>
            </a:r>
          </a:p>
          <a:p>
            <a:pPr marL="282575" lvl="1" indent="-119063">
              <a:spcBef>
                <a:spcPts val="600"/>
              </a:spcBef>
              <a:buFont typeface="Courier New" panose="02070309020205020404" pitchFamily="49" charset="0"/>
              <a:buChar char="o"/>
            </a:pPr>
            <a:r>
              <a:rPr lang="en-US" sz="1200" u="sng" dirty="0"/>
              <a:t>Monthly Plan Currency Review</a:t>
            </a:r>
          </a:p>
          <a:p>
            <a:pPr lvl="1" indent="-171450">
              <a:spcBef>
                <a:spcPts val="300"/>
              </a:spcBef>
              <a:buFont typeface="Wingdings" panose="05000000000000000000" pitchFamily="2" charset="2"/>
              <a:buChar char="ü"/>
            </a:pPr>
            <a:r>
              <a:rPr lang="en-US" sz="1200" dirty="0"/>
              <a:t>(Change Identified) X Plan is 100% current. Reviewed 30X of 30X validated references and reviewed source repositories to ensure no new cancelations or additions. Review revealed two reference changes, only one was applicable to the plan and required an update to Section X.X. Update completed and not other open actions exist.</a:t>
            </a:r>
          </a:p>
          <a:p>
            <a:pPr lvl="1" indent="-171450">
              <a:spcBef>
                <a:spcPts val="300"/>
              </a:spcBef>
              <a:buFont typeface="Wingdings" panose="05000000000000000000" pitchFamily="2" charset="2"/>
              <a:buChar char="ü"/>
            </a:pPr>
            <a:r>
              <a:rPr lang="en-US" sz="1200" dirty="0"/>
              <a:t>(No Change) X Plan is 100% current. Revalidated 30X references and found no changes to drive plan edits.</a:t>
            </a:r>
          </a:p>
        </p:txBody>
      </p:sp>
    </p:spTree>
    <p:extLst>
      <p:ext uri="{BB962C8B-B14F-4D97-AF65-F5344CB8AC3E}">
        <p14:creationId xmlns:p14="http://schemas.microsoft.com/office/powerpoint/2010/main" val="2772404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omments xmlns="dbcd7eaa-f250-4d2c-988e-5e1ad82fbabc" xsi:nil="true"/>
    <TaxCatchAll xmlns="7f3a11ee-e8e3-4a46-a483-ca54dd7b3da9" xsi:nil="true"/>
    <lcf76f155ced4ddcb4097134ff3c332f xmlns="dbcd7eaa-f250-4d2c-988e-5e1ad82fbab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029C80FEB90034C8CEB86EC7314CE34" ma:contentTypeVersion="13" ma:contentTypeDescription="Create a new document." ma:contentTypeScope="" ma:versionID="0acec45017ec6aa9211c3c92c157733e">
  <xsd:schema xmlns:xsd="http://www.w3.org/2001/XMLSchema" xmlns:xs="http://www.w3.org/2001/XMLSchema" xmlns:p="http://schemas.microsoft.com/office/2006/metadata/properties" xmlns:ns2="dbcd7eaa-f250-4d2c-988e-5e1ad82fbabc" xmlns:ns3="7f3a11ee-e8e3-4a46-a483-ca54dd7b3da9" targetNamespace="http://schemas.microsoft.com/office/2006/metadata/properties" ma:root="true" ma:fieldsID="56864af3483e6bf010cb859f68527346" ns2:_="" ns3:_="">
    <xsd:import namespace="dbcd7eaa-f250-4d2c-988e-5e1ad82fbabc"/>
    <xsd:import namespace="7f3a11ee-e8e3-4a46-a483-ca54dd7b3d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Comment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cd7eaa-f250-4d2c-988e-5e1ad82fba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Comments" ma:index="12" nillable="true" ma:displayName="Comments" ma:format="Dropdown" ma:internalName="Comments">
      <xsd:simpleType>
        <xsd:restriction base="dms:Text">
          <xsd:maxLength value="255"/>
        </xsd:restrictio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3b0aeb5-a1c0-41d1-a276-1a086f5bccc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f3a11ee-e8e3-4a46-a483-ca54dd7b3da9"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124425e6-faa4-4209-9931-c96fa22e1255}" ma:internalName="TaxCatchAll" ma:showField="CatchAllData" ma:web="7f3a11ee-e8e3-4a46-a483-ca54dd7b3d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F265A9-DAF6-4494-9697-421334302226}">
  <ds:schemaRefs>
    <ds:schemaRef ds:uri="http://schemas.microsoft.com/sharepoint/v3/contenttype/forms"/>
  </ds:schemaRefs>
</ds:datastoreItem>
</file>

<file path=customXml/itemProps2.xml><?xml version="1.0" encoding="utf-8"?>
<ds:datastoreItem xmlns:ds="http://schemas.openxmlformats.org/officeDocument/2006/customXml" ds:itemID="{8A6D080D-2CD0-44A4-81B1-C1225BEACD1B}">
  <ds:schemaRefs>
    <ds:schemaRef ds:uri="http://schemas.microsoft.com/office/2006/metadata/properties"/>
    <ds:schemaRef ds:uri="http://schemas.microsoft.com/office/infopath/2007/PartnerControls"/>
    <ds:schemaRef ds:uri="dbcd7eaa-f250-4d2c-988e-5e1ad82fbabc"/>
    <ds:schemaRef ds:uri="7f3a11ee-e8e3-4a46-a483-ca54dd7b3da9"/>
  </ds:schemaRefs>
</ds:datastoreItem>
</file>

<file path=customXml/itemProps3.xml><?xml version="1.0" encoding="utf-8"?>
<ds:datastoreItem xmlns:ds="http://schemas.openxmlformats.org/officeDocument/2006/customXml" ds:itemID="{AEB2F4E5-A22A-44DC-988B-625A3FC676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cd7eaa-f250-4d2c-988e-5e1ad82fbabc"/>
    <ds:schemaRef ds:uri="7f3a11ee-e8e3-4a46-a483-ca54dd7b3d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5727</TotalTime>
  <Words>635</Words>
  <Application>Microsoft Office PowerPoint</Application>
  <PresentationFormat>Widescreen</PresentationFormat>
  <Paragraphs>72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Light, Ronald - US</dc:creator>
  <cp:keywords>P&amp;P Plan Sustainment;Risk;Timeline</cp:keywords>
  <cp:lastModifiedBy>Light, Ronald - US</cp:lastModifiedBy>
  <cp:revision>7</cp:revision>
  <dcterms:created xsi:type="dcterms:W3CDTF">2025-02-27T20:03:03Z</dcterms:created>
  <dcterms:modified xsi:type="dcterms:W3CDTF">2026-08-20T16:07:16Z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0x0101008029C80FEB90034C8CEB86EC7314CE34</vt:lpwstr>
  </property>
  <property fmtid="{D5CDD505-2E9C-101B-9397-08002B2CF9AE}" pid="3" name="MediaServiceImageTags">
    <vt:lpwstr/>
  </property>
</Properties>
</file>